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2684_4C53E8F4.xml" ContentType="application/vnd.ms-powerpoint.comments+xml"/>
  <Override PartName="/ppt/comments/modernComment_26A8_18E25FD2.xml" ContentType="application/vnd.ms-powerpoint.comments+xml"/>
  <Override PartName="/ppt/comments/modernComment_2692_A76E3557.xml" ContentType="application/vnd.ms-powerpoint.comments+xml"/>
  <Override PartName="/ppt/notesSlides/notesSlide14.xml" ContentType="application/vnd.openxmlformats-officedocument.presentationml.notesSlide+xml"/>
  <Override PartName="/ppt/comments/modernComment_26A6_D758141B.xml" ContentType="application/vnd.ms-powerpoint.comments+xml"/>
  <Override PartName="/ppt/notesSlides/notesSlide15.xml" ContentType="application/vnd.openxmlformats-officedocument.presentationml.notesSlide+xml"/>
  <Override PartName="/ppt/comments/modernComment_2689_519772B9.xml" ContentType="application/vnd.ms-powerpoint.comments+xml"/>
  <Override PartName="/ppt/notesSlides/notesSlide16.xml" ContentType="application/vnd.openxmlformats-officedocument.presentationml.notesSlide+xml"/>
  <Override PartName="/ppt/comments/modernComment_268C_DDC5B825.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268F_92BF981E.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2695_884C8CC8.xml" ContentType="application/vnd.ms-powerpoint.comments+xml"/>
  <Override PartName="/ppt/comments/modernComment_2697_F1E72BFA.xml" ContentType="application/vnd.ms-powerpoint.comments+xml"/>
  <Override PartName="/ppt/comments/modernComment_2698_F4E16246.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269D_6B72E636.xml" ContentType="application/vnd.ms-powerpoint.comments+xml"/>
  <Override PartName="/ppt/notesSlides/notesSlide23.xml" ContentType="application/vnd.openxmlformats-officedocument.presentationml.notesSlide+xml"/>
  <Override PartName="/ppt/comments/modernComment_269E_3AD539CD.xml" ContentType="application/vnd.ms-powerpoint.comments+xml"/>
  <Override PartName="/ppt/comments/modernComment_2699_43E54687.xml" ContentType="application/vnd.ms-powerpoint.comments+xml"/>
  <Override PartName="/ppt/notesSlides/notesSlide24.xml" ContentType="application/vnd.openxmlformats-officedocument.presentationml.notesSlide+xml"/>
  <Override PartName="/ppt/comments/modernComment_268D_6D0C593C.xml" ContentType="application/vnd.ms-powerpoint.comments+xml"/>
  <Override PartName="/ppt/comments/modernComment_268E_4F8869C0.xml" ContentType="application/vnd.ms-powerpoint.comments+xml"/>
  <Override PartName="/ppt/comments/modernComment_26AA_7EB335BE.xml" ContentType="application/vnd.ms-powerpoint.comments+xml"/>
  <Override PartName="/ppt/comments/modernComment_268A_35EF5B49.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9" r:id="rId5"/>
  </p:sldMasterIdLst>
  <p:notesMasterIdLst>
    <p:notesMasterId r:id="rId49"/>
  </p:notesMasterIdLst>
  <p:sldIdLst>
    <p:sldId id="297" r:id="rId6"/>
    <p:sldId id="325" r:id="rId7"/>
    <p:sldId id="9846" r:id="rId8"/>
    <p:sldId id="9847" r:id="rId9"/>
    <p:sldId id="9862" r:id="rId10"/>
    <p:sldId id="9863" r:id="rId11"/>
    <p:sldId id="9864" r:id="rId12"/>
    <p:sldId id="9905" r:id="rId13"/>
    <p:sldId id="9888" r:id="rId14"/>
    <p:sldId id="9890" r:id="rId15"/>
    <p:sldId id="9892" r:id="rId16"/>
    <p:sldId id="9867" r:id="rId17"/>
    <p:sldId id="9906" r:id="rId18"/>
    <p:sldId id="9860" r:id="rId19"/>
    <p:sldId id="9896" r:id="rId20"/>
    <p:sldId id="9907" r:id="rId21"/>
    <p:sldId id="9908" r:id="rId22"/>
    <p:sldId id="9874" r:id="rId23"/>
    <p:sldId id="9894" r:id="rId24"/>
    <p:sldId id="9865" r:id="rId25"/>
    <p:sldId id="9868" r:id="rId26"/>
    <p:sldId id="9909" r:id="rId27"/>
    <p:sldId id="9871" r:id="rId28"/>
    <p:sldId id="9872" r:id="rId29"/>
    <p:sldId id="9877" r:id="rId30"/>
    <p:sldId id="9878" r:id="rId31"/>
    <p:sldId id="9879" r:id="rId32"/>
    <p:sldId id="9880" r:id="rId33"/>
    <p:sldId id="9901" r:id="rId34"/>
    <p:sldId id="9904" r:id="rId35"/>
    <p:sldId id="9899" r:id="rId36"/>
    <p:sldId id="9885" r:id="rId37"/>
    <p:sldId id="9910" r:id="rId38"/>
    <p:sldId id="9886" r:id="rId39"/>
    <p:sldId id="331" r:id="rId40"/>
    <p:sldId id="9881" r:id="rId41"/>
    <p:sldId id="9882" r:id="rId42"/>
    <p:sldId id="9869" r:id="rId43"/>
    <p:sldId id="9870" r:id="rId44"/>
    <p:sldId id="9902" r:id="rId45"/>
    <p:sldId id="9903" r:id="rId46"/>
    <p:sldId id="9898" r:id="rId47"/>
    <p:sldId id="986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94F600-D62B-7EC6-02AE-5DABB4759324}" name="Keleske, Andy B" initials="" userId="S::akeleske@depcompower.com::0de8ae5a-0bc9-42f1-9a01-921bdda29e93" providerId="AD"/>
  <p188:author id="{49047703-9E36-C7A6-2FAE-72313A3A3291}" name="Russell, Mark W" initials="RM" userId="S::mark.russell@depcompower.com::b02c5341-15b8-44f6-babe-1e5d72f9e5c1" providerId="AD"/>
  <p188:author id="{3EA1D42B-3679-CB54-400A-70A0A603EF45}" name="VanSickle, Taylor" initials="TV" userId="S::taylor.vansickle@depcompower.com::68d5e863-695a-41c9-9413-1a74ef9f3c15" providerId="AD"/>
  <p188:author id="{B0171134-FE2F-CDA3-7DED-4CE588F2ED18}" name="Butzlaff III, Gary B Allen" initials="" userId="S::garyb.butzlaffiii@depcompower.com::1304a7d7-dd81-483b-8f30-2f3f10bf5bf9" providerId="AD"/>
  <p188:author id="{36C84339-95A9-DC62-B1B8-44F482F197B0}" name="Robles, Eduardo Jose" initials="RE" userId="S::eduardo.robles@depcompower.com::88a978a9-5bb6-46e5-8bf3-3461b93d04ff" providerId="AD"/>
  <p188:author id="{853CD045-9153-89EB-F9FC-36620EB1133E}" name="Miller, Mason James" initials="" userId="S::mason.miller@depcompower.com::c8f60084-b92b-41ad-ad9a-360ab16739dc" providerId="AD"/>
  <p188:author id="{43105747-8B40-8C1C-50F4-5BA61949C359}" name="Stein, Amanda" initials="AS" userId="S::amanda.stein@depcompower.com::6755ad89-652f-4d7c-990c-6ee69b905c58" providerId="AD"/>
  <p188:author id="{DF902056-6892-75D5-C727-404DD4ABE789}" name="Shrimplin, Ryan R" initials="SR" userId="S::rshrimplin@depcompower.com::b797057a-ee61-4d5d-9978-6f49a09e2bd8" providerId="AD"/>
  <p188:author id="{D05FC569-DDAF-4FBA-C86C-65F03B21DA06}" name="Jager, Breanna" initials="" userId="S::breanna.jager@depcompower.com::a12cc9ce-33d0-4d9f-b64a-08b1c3b3e99f" providerId="AD"/>
  <p188:author id="{42A95686-34AC-1F9D-0E7F-0100999F98B1}" name="Cross, George E" initials="CG" userId="S::george.cross@depcompower.com::54b3f166-af5f-4572-ac7e-4eb4ce311759" providerId="AD"/>
  <p188:author id="{E72109A0-A80C-2F74-62FE-777E26DAA47C}" name="LaDoux, Sam" initials="LS" userId="S::sam.ladoux@depcompower.com::6ceeb630-3d6b-4cca-95ff-41692546c59e" providerId="AD"/>
  <p188:author id="{6DEA36A4-16DF-0A23-C978-C4BDD5755CC4}" name="Lewis, Will William" initials="" userId="S::will.lewis@depcompower.com::9fdecc0b-0a69-4474-bed6-a1c472ac4dac" providerId="AD"/>
  <p188:author id="{71ABFAAB-C935-E5A6-B4F2-337970382F61}" name="Noriega Romero, David Alfredo" initials="" userId="S::dnoriega@depcompower.com::b3d221f0-b0df-4784-804a-03fcc746d107" providerId="AD"/>
  <p188:author id="{E71FDCB1-8BCA-4ED3-7690-C76E1CCF6540}" name="Jager, Breanna J" initials="BJ" userId="Jager, Breanna J" providerId="None"/>
  <p188:author id="{395722B5-6F64-13CD-66FE-A948D3FC4287}" name="Wood, Joshua" initials="JW" userId="S::joshua.wood@depcompower.com::88916706-8a77-4428-ab78-b187a6b8cd7b" providerId="AD"/>
  <p188:author id="{A77379BA-DFC1-9E23-C96C-CDB76F8DF7F3}" name="Brekken, Tim" initials="TB" userId="S::tim.brekken@depcompower.com::779647ab-6094-43c4-8756-0301a039ccc5" providerId="AD"/>
  <p188:author id="{A4A220BD-7CAB-0AD8-941B-8918BC800E36}" name="Frye, Chris" initials="FC" userId="S::chris.frye@depcompower.com::f42cd44f-6911-42b9-89b8-c54819afbd93" providerId="AD"/>
  <p188:author id="{CC60B3CF-889A-D895-3057-18D21BC7C60B}" name="Clark, Brian" initials="CB" userId="S::brian.clark@depcompower.com::1b730b3e-aba4-4396-8164-e8919f891621" providerId="AD"/>
  <p188:author id="{CA2D4BD5-4D79-7F2A-0026-309456C2ABF9}" name="Hipsher, Shelton B" initials="" userId="S::shipsher@depcompower.com::6292a7d5-9c5d-4d83-b091-7be9da66f5f7" providerId="AD"/>
  <p188:author id="{937180EB-B3FD-BA1E-7446-228DE1FF462B}" name="Stubblefield-Banks, Julian Julian" initials="" userId="S::julian.stubblefieldbanks@depcompower.com::16f64ef4-f089-4519-b5f1-1899c9f762e9" providerId="AD"/>
  <p188:author id="{EE6827FA-7FD6-6DE6-A03E-49BD1B7CF4B0}" name="Austin, Pat" initials="" userId="S::pat.austin@depcompower.com::b4e04104-53cd-4293-9011-b1d8f19d4e8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3F032"/>
    <a:srgbClr val="1C2B39"/>
    <a:srgbClr val="31DFF1"/>
    <a:srgbClr val="000E2B"/>
    <a:srgbClr val="F280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comments/modernComment_26A6_D758141B.xml><?xml version="1.0" encoding="utf-8"?>
<p188:cmLst xmlns:a="http://schemas.openxmlformats.org/drawingml/2006/main" xmlns:r="http://schemas.openxmlformats.org/officeDocument/2006/relationships" xmlns:p188="http://schemas.microsoft.com/office/powerpoint/2018/8/main">
  <p188:cm id="{AAA79794-3242-405C-9C36-76DF2DC3A245}" authorId="{E71FDCB1-8BCA-4ED3-7690-C76E1CCF6540}" created="2025-11-03T19:12:03.299" startDate="2025-11-03T19:12:03.299" dueDate="2025-11-03T19:12:03.299" assignedTo="{CA2D4BD5-4D79-7F2A-0026-309456C2ABF9}" title="@Hipsher, Shelton B ">
    <ac:deMkLst xmlns:ac="http://schemas.microsoft.com/office/drawing/2013/main/command">
      <pc:docMk xmlns:pc="http://schemas.microsoft.com/office/powerpoint/2013/main/command"/>
      <pc:sldMk xmlns:pc="http://schemas.microsoft.com/office/powerpoint/2013/main/command" cId="3612873755" sldId="9894"/>
      <ac:graphicFrameMk id="3" creationId="{D153BC05-4FB8-54E2-4A0F-3003AA1BBB46}"/>
    </ac:deMkLst>
    <p188:txBody>
      <a:bodyPr/>
      <a:lstStyle/>
      <a:p>
        <a:r>
          <a:rPr lang="en-US"/>
          <a:t>[@Hipsher, Shelton B] </a:t>
        </a:r>
      </a:p>
    </p188:txBody>
    <p188:extLst>
      <p:ext xmlns:p="http://schemas.openxmlformats.org/presentationml/2006/main" uri="{5BB2D875-25FF-4072-B9AC-8F64D62656EB}">
        <p228:taskDetails xmlns:p228="http://schemas.microsoft.com/office/powerpoint/2022/08/main">
          <p228:history>
            <p228:event time="2025-11-03T19:12:03.299" id="{CAC7300A-F440-4536-847E-41D03EDD1266}">
              <p228:atrbtn authorId="{E71FDCB1-8BCA-4ED3-7690-C76E1CCF6540}"/>
              <p228:anchr>
                <p228:comment id="{AAA79794-3242-405C-9C36-76DF2DC3A245}"/>
              </p228:anchr>
              <p228:add/>
            </p228:event>
            <p228:event time="2025-11-03T19:12:03.299" id="{72EA385B-B922-4E95-B2FA-7CB6367041C0}">
              <p228:atrbtn authorId="{E71FDCB1-8BCA-4ED3-7690-C76E1CCF6540}"/>
              <p228:anchr>
                <p228:comment id="{AAA79794-3242-405C-9C36-76DF2DC3A245}"/>
              </p228:anchr>
              <p228:asgn authorId="{CA2D4BD5-4D79-7F2A-0026-309456C2ABF9}"/>
            </p228:event>
            <p228:event time="2025-11-03T19:12:03.299" id="{43B6ACC4-BC7A-45A0-B438-F2C747010086}">
              <p228:atrbtn authorId="{E71FDCB1-8BCA-4ED3-7690-C76E1CCF6540}"/>
              <p228:anchr>
                <p228:comment id="{AAA79794-3242-405C-9C36-76DF2DC3A245}"/>
              </p228:anchr>
              <p228:title val="@Hipsher, Shelton B "/>
            </p228:event>
            <p228:event time="2025-11-03T19:12:03.299" id="{7CB232C7-1688-45BE-B526-3A3E878A9027}">
              <p228:atrbtn authorId="{E71FDCB1-8BCA-4ED3-7690-C76E1CCF6540}"/>
              <p228:anchr>
                <p228:comment id="{AAA79794-3242-405C-9C36-76DF2DC3A245}"/>
              </p228:anchr>
              <p228:date stDt="2025-11-03T19:12:03.299" endDt="2025-11-03T19:12:03.299"/>
            </p228:event>
          </p228:history>
        </p228:taskDetails>
      </p:ext>
    </p188:extLst>
  </p188:cm>
</p188:cmLst>
</file>

<file path=ppt/comments/modernComment_26A8_18E25FD2.xml><?xml version="1.0" encoding="utf-8"?>
<p188:cmLst xmlns:a="http://schemas.openxmlformats.org/drawingml/2006/main" xmlns:r="http://schemas.openxmlformats.org/officeDocument/2006/relationships" xmlns:p188="http://schemas.microsoft.com/office/powerpoint/2018/8/main">
  <p188:cm id="{3C6B4427-AF1C-4D94-AAE1-23D8FC1D0134}" authorId="{E71FDCB1-8BCA-4ED3-7690-C76E1CCF6540}" created="2025-11-03T19:10:37.724" startDate="2025-11-03T19:10:37.724" dueDate="2025-11-03T19:10:37.724" assignedTo="{CA2D4BD5-4D79-7F2A-0026-309456C2ABF9}" title="@Hipsher, Shelton B ">
    <pc:sldMkLst xmlns:pc="http://schemas.microsoft.com/office/powerpoint/2013/main/command">
      <pc:docMk/>
      <pc:sldMk cId="417488850" sldId="9896"/>
    </pc:sldMkLst>
    <p188:txBody>
      <a:bodyPr/>
      <a:lstStyle/>
      <a:p>
        <a:r>
          <a:rPr lang="en-US"/>
          <a:t>[@Hipsher, Shelton B] </a:t>
        </a:r>
      </a:p>
    </p188:txBody>
    <p188:extLst>
      <p:ext xmlns:p="http://schemas.openxmlformats.org/presentationml/2006/main" uri="{5BB2D875-25FF-4072-B9AC-8F64D62656EB}">
        <p228:taskDetails xmlns:p228="http://schemas.microsoft.com/office/powerpoint/2022/08/main">
          <p228:history>
            <p228:event time="2025-11-03T19:10:37.724" id="{3FEF6833-DA5F-4616-8CF4-26DDE2627F4F}">
              <p228:atrbtn authorId="{E71FDCB1-8BCA-4ED3-7690-C76E1CCF6540}"/>
              <p228:anchr>
                <p228:comment id="{3C6B4427-AF1C-4D94-AAE1-23D8FC1D0134}"/>
              </p228:anchr>
              <p228:add/>
            </p228:event>
            <p228:event time="2025-11-03T19:10:37.724" id="{508E99E3-8FBF-4634-94A2-069C452D881A}">
              <p228:atrbtn authorId="{E71FDCB1-8BCA-4ED3-7690-C76E1CCF6540}"/>
              <p228:anchr>
                <p228:comment id="{3C6B4427-AF1C-4D94-AAE1-23D8FC1D0134}"/>
              </p228:anchr>
              <p228:asgn authorId="{CA2D4BD5-4D79-7F2A-0026-309456C2ABF9}"/>
            </p228:event>
            <p228:event time="2025-11-03T19:10:37.724" id="{A8643944-43CB-481F-8520-D93D6865E717}">
              <p228:atrbtn authorId="{E71FDCB1-8BCA-4ED3-7690-C76E1CCF6540}"/>
              <p228:anchr>
                <p228:comment id="{3C6B4427-AF1C-4D94-AAE1-23D8FC1D0134}"/>
              </p228:anchr>
              <p228:title val="@Hipsher, Shelton B "/>
            </p228:event>
            <p228:event time="2025-11-03T19:10:37.724" id="{9A311339-6559-4AE3-A35C-BD0719A3B227}">
              <p228:atrbtn authorId="{E71FDCB1-8BCA-4ED3-7690-C76E1CCF6540}"/>
              <p228:anchr>
                <p228:comment id="{3C6B4427-AF1C-4D94-AAE1-23D8FC1D0134}"/>
              </p228:anchr>
              <p228:date stDt="2025-11-03T19:10:37.724" endDt="2025-11-03T19:10:37.724"/>
            </p228:event>
          </p228:history>
        </p228:taskDetails>
      </p:ext>
    </p188:extLst>
  </p188:cm>
</p188:cmLst>
</file>

<file path=ppt/comments/modernComment_26AA_7EB335BE.xml><?xml version="1.0" encoding="utf-8"?>
<p188:cmLst xmlns:a="http://schemas.openxmlformats.org/drawingml/2006/main" xmlns:r="http://schemas.openxmlformats.org/officeDocument/2006/relationships" xmlns:p188="http://schemas.microsoft.com/office/powerpoint/2018/8/main">
  <p188:cm id="{F1160AAD-AAB8-4535-9CCF-7542119B2C85}" authorId="{E71FDCB1-8BCA-4ED3-7690-C76E1CCF6540}" created="2025-11-03T20:01:59.796" startDate="2025-11-03T20:01:59.796" dueDate="2025-11-03T20:01:59.796" assignedTo="{DD94F600-D62B-7EC6-02AE-5DABB4759324}" title="@Keleske, Andy B ">
    <pc:sldMkLst xmlns:pc="http://schemas.microsoft.com/office/powerpoint/2013/main/command">
      <pc:docMk/>
      <pc:sldMk cId="2125673918" sldId="9898"/>
    </pc:sldMkLst>
    <p188:txBody>
      <a:bodyPr/>
      <a:lstStyle/>
      <a:p>
        <a:r>
          <a:rPr lang="en-US"/>
          <a:t>[@Keleske, Andy B] </a:t>
        </a:r>
      </a:p>
    </p188:txBody>
    <p188:extLst>
      <p:ext xmlns:p="http://schemas.openxmlformats.org/presentationml/2006/main" uri="{5BB2D875-25FF-4072-B9AC-8F64D62656EB}">
        <p228:taskDetails xmlns:p228="http://schemas.microsoft.com/office/powerpoint/2022/08/main">
          <p228:history>
            <p228:event time="2025-11-03T20:01:59.796" id="{CBD5435B-634A-4F05-80FC-89D33ED3F1BA}">
              <p228:atrbtn authorId="{E71FDCB1-8BCA-4ED3-7690-C76E1CCF6540}"/>
              <p228:anchr>
                <p228:comment id="{F1160AAD-AAB8-4535-9CCF-7542119B2C85}"/>
              </p228:anchr>
              <p228:add/>
            </p228:event>
            <p228:event time="2025-11-03T20:01:59.796" id="{F88CE808-2126-456E-B38D-B30F1725208E}">
              <p228:atrbtn authorId="{E71FDCB1-8BCA-4ED3-7690-C76E1CCF6540}"/>
              <p228:anchr>
                <p228:comment id="{F1160AAD-AAB8-4535-9CCF-7542119B2C85}"/>
              </p228:anchr>
              <p228:asgn authorId="{DD94F600-D62B-7EC6-02AE-5DABB4759324}"/>
            </p228:event>
            <p228:event time="2025-11-03T20:01:59.796" id="{A1427ED5-1CC7-4BFA-95E3-9D1BA2AC3001}">
              <p228:atrbtn authorId="{E71FDCB1-8BCA-4ED3-7690-C76E1CCF6540}"/>
              <p228:anchr>
                <p228:comment id="{F1160AAD-AAB8-4535-9CCF-7542119B2C85}"/>
              </p228:anchr>
              <p228:title val="@Keleske, Andy B "/>
            </p228:event>
            <p228:event time="2025-11-03T20:01:59.796" id="{F8E17568-B3B1-485F-AA4F-334B1755E62A}">
              <p228:atrbtn authorId="{E71FDCB1-8BCA-4ED3-7690-C76E1CCF6540}"/>
              <p228:anchr>
                <p228:comment id="{F1160AAD-AAB8-4535-9CCF-7542119B2C85}"/>
              </p228:anchr>
              <p228:date stDt="2025-11-03T20:01:59.796" endDt="2025-11-03T20:01:59.796"/>
            </p228:event>
          </p228:history>
        </p228:taskDetails>
      </p:ext>
    </p188:extLst>
  </p188:cm>
</p188:cmLst>
</file>

<file path=ppt/comments/modernComment_268A_35EF5B49.xml><?xml version="1.0" encoding="utf-8"?>
<p188:cmLst xmlns:a="http://schemas.openxmlformats.org/drawingml/2006/main" xmlns:r="http://schemas.openxmlformats.org/officeDocument/2006/relationships" xmlns:p188="http://schemas.microsoft.com/office/powerpoint/2018/8/main">
  <p188:cm id="{3377FCF8-8AFD-4468-8C9A-CCA68A6F88C7}" authorId="{E71FDCB1-8BCA-4ED3-7690-C76E1CCF6540}" created="2025-11-03T19:14:34.043" startDate="2025-11-03T19:14:34.043" dueDate="2025-11-03T19:14:34.043" assignedTo="{853CD045-9153-89EB-F9FC-36620EB1133E}" title="@Miller, Mason James ">
    <pc:sldMkLst xmlns:pc="http://schemas.microsoft.com/office/powerpoint/2013/main/command">
      <pc:docMk/>
      <pc:sldMk cId="904878921" sldId="9866"/>
    </pc:sldMkLst>
    <p188:txBody>
      <a:bodyPr/>
      <a:lstStyle/>
      <a:p>
        <a:r>
          <a:rPr lang="en-US"/>
          <a:t>[@Miller, Mason James] </a:t>
        </a:r>
      </a:p>
    </p188:txBody>
    <p188:extLst>
      <p:ext xmlns:p="http://schemas.openxmlformats.org/presentationml/2006/main" uri="{5BB2D875-25FF-4072-B9AC-8F64D62656EB}">
        <p228:taskDetails xmlns:p228="http://schemas.microsoft.com/office/powerpoint/2022/08/main">
          <p228:history>
            <p228:event time="2025-11-03T19:14:34.043" id="{3A364CBB-092E-41E4-8275-6FE9A25DE302}">
              <p228:atrbtn authorId="{E71FDCB1-8BCA-4ED3-7690-C76E1CCF6540}"/>
              <p228:anchr>
                <p228:comment id="{3377FCF8-8AFD-4468-8C9A-CCA68A6F88C7}"/>
              </p228:anchr>
              <p228:add/>
            </p228:event>
            <p228:event time="2025-11-03T19:14:34.043" id="{3A90AA19-D2DE-4EB1-B224-DA56CA0411DE}">
              <p228:atrbtn authorId="{E71FDCB1-8BCA-4ED3-7690-C76E1CCF6540}"/>
              <p228:anchr>
                <p228:comment id="{3377FCF8-8AFD-4468-8C9A-CCA68A6F88C7}"/>
              </p228:anchr>
              <p228:asgn authorId="{853CD045-9153-89EB-F9FC-36620EB1133E}"/>
            </p228:event>
            <p228:event time="2025-11-03T19:14:34.043" id="{F6392F74-F7F8-46C0-962D-C6C437DC074E}">
              <p228:atrbtn authorId="{E71FDCB1-8BCA-4ED3-7690-C76E1CCF6540}"/>
              <p228:anchr>
                <p228:comment id="{3377FCF8-8AFD-4468-8C9A-CCA68A6F88C7}"/>
              </p228:anchr>
              <p228:title val="@Miller, Mason James "/>
            </p228:event>
            <p228:event time="2025-11-03T19:14:34.043" id="{01115578-CADD-4B45-8A8A-FBD1E776D77F}">
              <p228:atrbtn authorId="{E71FDCB1-8BCA-4ED3-7690-C76E1CCF6540}"/>
              <p228:anchr>
                <p228:comment id="{3377FCF8-8AFD-4468-8C9A-CCA68A6F88C7}"/>
              </p228:anchr>
              <p228:date stDt="2025-11-03T19:14:34.043" endDt="2025-11-03T19:14:34.043"/>
            </p228:event>
          </p228:history>
        </p228:taskDetails>
      </p:ext>
    </p188:extLst>
  </p188:cm>
</p188:cmLst>
</file>

<file path=ppt/comments/modernComment_268C_DDC5B825.xml><?xml version="1.0" encoding="utf-8"?>
<p188:cmLst xmlns:a="http://schemas.openxmlformats.org/drawingml/2006/main" xmlns:r="http://schemas.openxmlformats.org/officeDocument/2006/relationships" xmlns:p188="http://schemas.microsoft.com/office/powerpoint/2018/8/main">
  <p188:cm id="{B93693D6-6337-48BC-B908-6E0949D5CC82}" authorId="{E71FDCB1-8BCA-4ED3-7690-C76E1CCF6540}" created="2025-11-03T19:17:26.494" startDate="2025-11-03T19:17:26.494" dueDate="2025-11-03T19:17:26.494" assignedTo="{D05FC569-DDAF-4FBA-C86C-65F03B21DA06}" title="@Jager, Breanna Change Picture">
    <pc:sldMkLst xmlns:pc="http://schemas.microsoft.com/office/powerpoint/2013/main/command">
      <pc:docMk/>
      <pc:sldMk cId="3720722469" sldId="9868"/>
    </pc:sldMkLst>
    <p188:txBody>
      <a:bodyPr/>
      <a:lstStyle/>
      <a:p>
        <a:r>
          <a:rPr lang="en-US"/>
          <a:t>[@Jager, Breanna] Change Picture</a:t>
        </a:r>
      </a:p>
    </p188:txBody>
    <p188:extLst>
      <p:ext xmlns:p="http://schemas.openxmlformats.org/presentationml/2006/main" uri="{5BB2D875-25FF-4072-B9AC-8F64D62656EB}">
        <p228:taskDetails xmlns:p228="http://schemas.microsoft.com/office/powerpoint/2022/08/main">
          <p228:history>
            <p228:event time="2025-11-03T19:17:26.494" id="{2C0324C7-4087-4903-ABA8-E3493287B686}">
              <p228:atrbtn authorId="{E71FDCB1-8BCA-4ED3-7690-C76E1CCF6540}"/>
              <p228:anchr>
                <p228:comment id="{B93693D6-6337-48BC-B908-6E0949D5CC82}"/>
              </p228:anchr>
              <p228:add/>
            </p228:event>
            <p228:event time="2025-11-03T19:17:26.494" id="{C14E3EBD-6FA1-433D-80A3-2096617BD6C0}">
              <p228:atrbtn authorId="{E71FDCB1-8BCA-4ED3-7690-C76E1CCF6540}"/>
              <p228:anchr>
                <p228:comment id="{B93693D6-6337-48BC-B908-6E0949D5CC82}"/>
              </p228:anchr>
              <p228:asgn authorId="{D05FC569-DDAF-4FBA-C86C-65F03B21DA06}"/>
            </p228:event>
            <p228:event time="2025-11-03T19:17:26.494" id="{7FA655D5-ACFC-43D0-8651-796ACF87CC58}">
              <p228:atrbtn authorId="{E71FDCB1-8BCA-4ED3-7690-C76E1CCF6540}"/>
              <p228:anchr>
                <p228:comment id="{B93693D6-6337-48BC-B908-6E0949D5CC82}"/>
              </p228:anchr>
              <p228:title val="@Jager, Breanna Change Picture"/>
            </p228:event>
            <p228:event time="2025-11-03T19:17:26.494" id="{99BB1A48-AD77-4409-BF6F-834A60A94562}">
              <p228:atrbtn authorId="{E71FDCB1-8BCA-4ED3-7690-C76E1CCF6540}"/>
              <p228:anchr>
                <p228:comment id="{B93693D6-6337-48BC-B908-6E0949D5CC82}"/>
              </p228:anchr>
              <p228:date stDt="2025-11-03T19:17:26.494" endDt="2025-11-03T19:17:26.494"/>
            </p228:event>
          </p228:history>
        </p228:taskDetails>
      </p:ext>
    </p188:extLst>
  </p188:cm>
  <p188:cm id="{DEF2C0F0-BC42-4F37-BE8B-4E236DF58284}" authorId="{E71FDCB1-8BCA-4ED3-7690-C76E1CCF6540}" created="2025-11-03T19:21:11.932" startDate="2025-11-03T19:21:11.932" dueDate="2025-11-03T19:21:11.932" assignedTo="{DD94F600-D62B-7EC6-02AE-5DABB4759324}" title="@Keleske, Andy B ">
    <pc:sldMkLst xmlns:pc="http://schemas.microsoft.com/office/powerpoint/2013/main/command">
      <pc:docMk/>
      <pc:sldMk cId="3720722469" sldId="9868"/>
    </pc:sldMkLst>
    <p188:txBody>
      <a:bodyPr/>
      <a:lstStyle/>
      <a:p>
        <a:r>
          <a:rPr lang="en-US"/>
          <a:t>[@Keleske, Andy B] </a:t>
        </a:r>
      </a:p>
    </p188:txBody>
    <p188:extLst>
      <p:ext xmlns:p="http://schemas.openxmlformats.org/presentationml/2006/main" uri="{5BB2D875-25FF-4072-B9AC-8F64D62656EB}">
        <p228:taskDetails xmlns:p228="http://schemas.microsoft.com/office/powerpoint/2022/08/main">
          <p228:history>
            <p228:event time="2025-11-03T19:21:11.932" id="{9066B2A4-67D2-40A5-8525-6FFAC6984415}">
              <p228:atrbtn authorId="{E71FDCB1-8BCA-4ED3-7690-C76E1CCF6540}"/>
              <p228:anchr>
                <p228:comment id="{DEF2C0F0-BC42-4F37-BE8B-4E236DF58284}"/>
              </p228:anchr>
              <p228:add/>
            </p228:event>
            <p228:event time="2025-11-03T19:21:11.932" id="{FCBA14AA-CFD9-420A-989B-3E4FFD36669E}">
              <p228:atrbtn authorId="{E71FDCB1-8BCA-4ED3-7690-C76E1CCF6540}"/>
              <p228:anchr>
                <p228:comment id="{DEF2C0F0-BC42-4F37-BE8B-4E236DF58284}"/>
              </p228:anchr>
              <p228:asgn authorId="{DD94F600-D62B-7EC6-02AE-5DABB4759324}"/>
            </p228:event>
            <p228:event time="2025-11-03T19:21:11.932" id="{6B902289-6DB8-4C1F-80BB-D6793EE14A81}">
              <p228:atrbtn authorId="{E71FDCB1-8BCA-4ED3-7690-C76E1CCF6540}"/>
              <p228:anchr>
                <p228:comment id="{DEF2C0F0-BC42-4F37-BE8B-4E236DF58284}"/>
              </p228:anchr>
              <p228:title val="@Keleske, Andy B "/>
            </p228:event>
            <p228:event time="2025-11-03T19:21:11.932" id="{19970A96-5774-430B-959E-717BE9047C24}">
              <p228:atrbtn authorId="{E71FDCB1-8BCA-4ED3-7690-C76E1CCF6540}"/>
              <p228:anchr>
                <p228:comment id="{DEF2C0F0-BC42-4F37-BE8B-4E236DF58284}"/>
              </p228:anchr>
              <p228:date stDt="2025-11-03T19:21:11.932" endDt="2025-11-03T19:21:11.932"/>
            </p228:event>
          </p228:history>
        </p228:taskDetails>
      </p:ext>
    </p188:extLst>
  </p188:cm>
</p188:cmLst>
</file>

<file path=ppt/comments/modernComment_268D_6D0C593C.xml><?xml version="1.0" encoding="utf-8"?>
<p188:cmLst xmlns:a="http://schemas.openxmlformats.org/drawingml/2006/main" xmlns:r="http://schemas.openxmlformats.org/officeDocument/2006/relationships" xmlns:p188="http://schemas.microsoft.com/office/powerpoint/2018/8/main">
  <p188:cm id="{2F6AF1A6-A05F-4832-BBFE-9917840069FF}" authorId="{E71FDCB1-8BCA-4ED3-7690-C76E1CCF6540}" created="2025-11-03T19:27:59.875">
    <pc:sldMkLst xmlns:pc="http://schemas.microsoft.com/office/powerpoint/2013/main/command">
      <pc:docMk/>
      <pc:sldMk cId="1829525820" sldId="9869"/>
    </pc:sldMkLst>
    <p188:txBody>
      <a:bodyPr/>
      <a:lstStyle/>
      <a:p>
        <a:r>
          <a:rPr lang="en-US"/>
          <a:t>[@Keleske, Andy B] </a:t>
        </a:r>
      </a:p>
    </p188:txBody>
  </p188:cm>
</p188:cmLst>
</file>

<file path=ppt/comments/modernComment_268E_4F8869C0.xml><?xml version="1.0" encoding="utf-8"?>
<p188:cmLst xmlns:a="http://schemas.openxmlformats.org/drawingml/2006/main" xmlns:r="http://schemas.openxmlformats.org/officeDocument/2006/relationships" xmlns:p188="http://schemas.microsoft.com/office/powerpoint/2018/8/main">
  <p188:cm id="{B53B74AE-D1C7-4B9E-8E99-538C97450787}" authorId="{E71FDCB1-8BCA-4ED3-7690-C76E1CCF6540}" status="resolved" created="2025-11-03T19:24:53.358" startDate="2025-11-03T19:24:53.358" dueDate="2025-11-03T19:24:53.358" assignedTo="{DD94F600-D62B-7EC6-02AE-5DABB4759324}" complete="100000" title="@Keleske, Andy B ">
    <pc:sldMkLst xmlns:pc="http://schemas.microsoft.com/office/powerpoint/2013/main/command">
      <pc:docMk/>
      <pc:sldMk cId="1334340032" sldId="9870"/>
    </pc:sldMkLst>
    <p188:txBody>
      <a:bodyPr/>
      <a:lstStyle/>
      <a:p>
        <a:r>
          <a:rPr lang="en-US"/>
          <a:t>[@Keleske, Andy B] </a:t>
        </a:r>
      </a:p>
    </p188:txBody>
    <p188:extLst>
      <p:ext xmlns:p="http://schemas.openxmlformats.org/presentationml/2006/main" uri="{5BB2D875-25FF-4072-B9AC-8F64D62656EB}">
        <p228:taskDetails xmlns:p228="http://schemas.microsoft.com/office/powerpoint/2022/08/main">
          <p228:history>
            <p228:event time="2025-11-03T19:24:53.358" id="{F79906FA-826F-4EC8-82AE-BB734A312DD0}">
              <p228:atrbtn authorId="{E71FDCB1-8BCA-4ED3-7690-C76E1CCF6540}"/>
              <p228:anchr>
                <p228:comment id="{B53B74AE-D1C7-4B9E-8E99-538C97450787}"/>
              </p228:anchr>
              <p228:add/>
            </p228:event>
            <p228:event time="2025-11-03T19:24:53.358" id="{18210C44-190C-4352-8E9B-283E35501F2C}">
              <p228:atrbtn authorId="{E71FDCB1-8BCA-4ED3-7690-C76E1CCF6540}"/>
              <p228:anchr>
                <p228:comment id="{B53B74AE-D1C7-4B9E-8E99-538C97450787}"/>
              </p228:anchr>
              <p228:asgn authorId="{DD94F600-D62B-7EC6-02AE-5DABB4759324}"/>
            </p228:event>
            <p228:event time="2025-11-03T19:24:53.358" id="{20D644D0-89CD-470E-B34C-79488FD2CFFC}">
              <p228:atrbtn authorId="{E71FDCB1-8BCA-4ED3-7690-C76E1CCF6540}"/>
              <p228:anchr>
                <p228:comment id="{B53B74AE-D1C7-4B9E-8E99-538C97450787}"/>
              </p228:anchr>
              <p228:title val="@Keleske, Andy B "/>
            </p228:event>
            <p228:event time="2025-11-03T19:24:53.358" id="{E6A2CF50-229D-42A1-8E98-FB7A8C6787C4}">
              <p228:atrbtn authorId="{E71FDCB1-8BCA-4ED3-7690-C76E1CCF6540}"/>
              <p228:anchr>
                <p228:comment id="{B53B74AE-D1C7-4B9E-8E99-538C97450787}"/>
              </p228:anchr>
              <p228:date stDt="2025-11-03T19:24:53.358" endDt="2025-11-03T19:24:53.358"/>
            </p228:event>
            <p228:event time="2025-11-13T08:17:27.548" id="{FF10406C-B87C-45EE-9077-92C24A288A35}">
              <p228:atrbtn authorId="{DD94F600-D62B-7EC6-02AE-5DABB4759324}"/>
              <p228:anchr>
                <p228:comment id="{00000000-0000-0000-0000-000000000000}"/>
              </p228:anchr>
              <p228:pcntCmplt val="100000"/>
            </p228:event>
          </p228:history>
        </p228:taskDetails>
      </p:ext>
    </p188:extLst>
  </p188:cm>
</p188:cmLst>
</file>

<file path=ppt/comments/modernComment_268F_92BF981E.xml><?xml version="1.0" encoding="utf-8"?>
<p188:cmLst xmlns:a="http://schemas.openxmlformats.org/drawingml/2006/main" xmlns:r="http://schemas.openxmlformats.org/officeDocument/2006/relationships" xmlns:p188="http://schemas.microsoft.com/office/powerpoint/2018/8/main">
  <p188:cm id="{1FDB8268-51F0-4E14-BC51-06771973DEB0}" authorId="{E71FDCB1-8BCA-4ED3-7690-C76E1CCF6540}" status="resolved" created="2025-11-03T19:33:29.630" startDate="2025-11-03T19:33:29.630" dueDate="2025-11-03T19:33:29.630" assignedTo="{B0171134-FE2F-CDA3-7DED-4CE588F2ED18}" complete="100000" title="@Butzlaff III, Gary B Allen ">
    <pc:sldMkLst xmlns:pc="http://schemas.microsoft.com/office/powerpoint/2013/main/command">
      <pc:docMk/>
      <pc:sldMk cId="2462029854" sldId="9871"/>
    </pc:sldMkLst>
    <p188:txBody>
      <a:bodyPr/>
      <a:lstStyle/>
      <a:p>
        <a:r>
          <a:rPr lang="en-US"/>
          <a:t>[@Frye, Chris] </a:t>
        </a:r>
      </a:p>
    </p188:txBody>
    <p188:extLst>
      <p:ext xmlns:p="http://schemas.openxmlformats.org/presentationml/2006/main" uri="{5BB2D875-25FF-4072-B9AC-8F64D62656EB}">
        <p228:taskDetails xmlns:p228="http://schemas.microsoft.com/office/powerpoint/2022/08/main">
          <p228:history>
            <p228:event time="2025-11-03T19:33:29.630" id="{BEF490CD-0ACF-4753-99AB-E36AC10CB12B}">
              <p228:atrbtn authorId="{E71FDCB1-8BCA-4ED3-7690-C76E1CCF6540}"/>
              <p228:anchr>
                <p228:comment id="{1FDB8268-51F0-4E14-BC51-06771973DEB0}"/>
              </p228:anchr>
              <p228:add/>
            </p228:event>
            <p228:event time="2025-11-03T19:33:29.630" id="{CE04501F-737D-478B-85C7-18E70FC91C7B}">
              <p228:atrbtn authorId="{E71FDCB1-8BCA-4ED3-7690-C76E1CCF6540}"/>
              <p228:anchr>
                <p228:comment id="{1FDB8268-51F0-4E14-BC51-06771973DEB0}"/>
              </p228:anchr>
              <p228:asgn authorId="{B0171134-FE2F-CDA3-7DED-4CE588F2ED18}"/>
            </p228:event>
            <p228:event time="2025-11-03T19:33:29.630" id="{67D06159-0AEB-434D-AC1D-484378CD0DD9}">
              <p228:atrbtn authorId="{E71FDCB1-8BCA-4ED3-7690-C76E1CCF6540}"/>
              <p228:anchr>
                <p228:comment id="{1FDB8268-51F0-4E14-BC51-06771973DEB0}"/>
              </p228:anchr>
              <p228:title val="@Butzlaff III, Gary B Allen "/>
            </p228:event>
            <p228:event time="2025-11-03T19:33:29.630" id="{E10E8410-9E87-49F1-8604-2FC67EEF6CD4}">
              <p228:atrbtn authorId="{E71FDCB1-8BCA-4ED3-7690-C76E1CCF6540}"/>
              <p228:anchr>
                <p228:comment id="{1FDB8268-51F0-4E14-BC51-06771973DEB0}"/>
              </p228:anchr>
              <p228:date stDt="2025-11-03T19:33:29.630" endDt="2025-11-03T19:33:29.630"/>
            </p228:event>
            <p228:event time="2025-11-06T13:43:08.793" id="{66B20004-8312-455A-9E65-29C2D21C13C3}">
              <p228:atrbtn authorId="{A4A220BD-7CAB-0AD8-941B-8918BC800E36}"/>
              <p228:anchr>
                <p228:comment id="{00000000-0000-0000-0000-000000000000}"/>
              </p228:anchr>
              <p228:pcntCmplt val="100000"/>
            </p228:event>
          </p228:history>
        </p228:taskDetails>
      </p:ext>
    </p188:extLst>
  </p188:cm>
  <p188:cm id="{A8A32180-A52E-4029-8074-F93506E468CA}" authorId="{A4A220BD-7CAB-0AD8-941B-8918BC800E36}" created="2025-11-06T13:45:16.483">
    <pc:sldMkLst xmlns:pc="http://schemas.microsoft.com/office/powerpoint/2013/main/command">
      <pc:docMk/>
      <pc:sldMk cId="2462029854" sldId="9871"/>
    </pc:sldMkLst>
    <p188:txBody>
      <a:bodyPr/>
      <a:lstStyle/>
      <a:p>
        <a:r>
          <a:rPr lang="en-US"/>
          <a:t>[@Jager, Breanna] I made a few updates to these slides, the site-specific QA Manual, QEP, and ITP will be completed prior to the Client meeting on the 13th, and we can attach it to this presentation or send it out before then. </a:t>
        </a:r>
      </a:p>
    </p188:txBody>
  </p188:cm>
</p188:cmLst>
</file>

<file path=ppt/comments/modernComment_269D_6B72E636.xml><?xml version="1.0" encoding="utf-8"?>
<p188:cmLst xmlns:a="http://schemas.openxmlformats.org/drawingml/2006/main" xmlns:r="http://schemas.openxmlformats.org/officeDocument/2006/relationships" xmlns:p188="http://schemas.microsoft.com/office/powerpoint/2018/8/main">
  <p188:cm id="{0587B0F9-B2AF-454D-8A6A-59DDCBF0E230}" authorId="{E71FDCB1-8BCA-4ED3-7690-C76E1CCF6540}" created="2025-11-03T19:56:03.617" startDate="2025-11-03T19:56:03.617" dueDate="2025-11-03T19:56:03.617" assignedTo="{CA2D4BD5-4D79-7F2A-0026-309456C2ABF9}" title="@Hipsher, Shelton B @Keleske, Andy B ">
    <pc:sldMkLst xmlns:pc="http://schemas.microsoft.com/office/powerpoint/2013/main/command">
      <pc:docMk/>
      <pc:sldMk cId="1802692150" sldId="9885"/>
    </pc:sldMkLst>
    <p188:txBody>
      <a:bodyPr/>
      <a:lstStyle/>
      <a:p>
        <a:r>
          <a:rPr lang="en-US"/>
          <a:t>[@Hipsher, Shelton B] [@Keleske, Andy B] </a:t>
        </a:r>
      </a:p>
    </p188:txBody>
    <p188:extLst>
      <p:ext xmlns:p="http://schemas.openxmlformats.org/presentationml/2006/main" uri="{5BB2D875-25FF-4072-B9AC-8F64D62656EB}">
        <p228:taskDetails xmlns:p228="http://schemas.microsoft.com/office/powerpoint/2022/08/main">
          <p228:history>
            <p228:event time="2025-11-03T19:56:03.617" id="{DD2C5B97-6A65-44CB-8D22-F31D9FD0AB6C}">
              <p228:atrbtn authorId="{E71FDCB1-8BCA-4ED3-7690-C76E1CCF6540}"/>
              <p228:anchr>
                <p228:comment id="{0587B0F9-B2AF-454D-8A6A-59DDCBF0E230}"/>
              </p228:anchr>
              <p228:add/>
            </p228:event>
            <p228:event time="2025-11-03T19:56:03.617" id="{D38A0C40-DE3B-47F5-8DD8-A52C22EAA2C3}">
              <p228:atrbtn authorId="{E71FDCB1-8BCA-4ED3-7690-C76E1CCF6540}"/>
              <p228:anchr>
                <p228:comment id="{0587B0F9-B2AF-454D-8A6A-59DDCBF0E230}"/>
              </p228:anchr>
              <p228:asgn authorId="{CA2D4BD5-4D79-7F2A-0026-309456C2ABF9}"/>
            </p228:event>
            <p228:event time="2025-11-03T19:56:03.617" id="{C521F36E-CC7D-4741-9A78-F5C10A1C9215}">
              <p228:atrbtn authorId="{E71FDCB1-8BCA-4ED3-7690-C76E1CCF6540}"/>
              <p228:anchr>
                <p228:comment id="{0587B0F9-B2AF-454D-8A6A-59DDCBF0E230}"/>
              </p228:anchr>
              <p228:title val="@Hipsher, Shelton B @Keleske, Andy B "/>
            </p228:event>
            <p228:event time="2025-11-03T19:56:03.617" id="{B9263BDD-4294-471B-9308-09DFCE1628B2}">
              <p228:atrbtn authorId="{E71FDCB1-8BCA-4ED3-7690-C76E1CCF6540}"/>
              <p228:anchr>
                <p228:comment id="{0587B0F9-B2AF-454D-8A6A-59DDCBF0E230}"/>
              </p228:anchr>
              <p228:date stDt="2025-11-03T19:56:03.617" endDt="2025-11-03T19:56:03.617"/>
            </p228:event>
          </p228:history>
        </p228:taskDetails>
      </p:ext>
    </p188:extLst>
  </p188:cm>
</p188:cmLst>
</file>

<file path=ppt/comments/modernComment_269E_3AD539CD.xml><?xml version="1.0" encoding="utf-8"?>
<p188:cmLst xmlns:a="http://schemas.openxmlformats.org/drawingml/2006/main" xmlns:r="http://schemas.openxmlformats.org/officeDocument/2006/relationships" xmlns:p188="http://schemas.microsoft.com/office/powerpoint/2018/8/main">
  <p188:cm id="{F68154D4-CE05-404A-A3C8-636FDD70B146}" authorId="{E71FDCB1-8BCA-4ED3-7690-C76E1CCF6540}" created="2025-11-03T19:57:07.896" startDate="2025-11-03T19:57:07.896" dueDate="2025-11-03T19:57:07.896" assignedTo="{DD94F600-D62B-7EC6-02AE-5DABB4759324}" title="@Keleske, Andy B checklist for MC/SC ">
    <ac:deMkLst xmlns:ac="http://schemas.microsoft.com/office/drawing/2013/main/command">
      <pc:docMk xmlns:pc="http://schemas.microsoft.com/office/powerpoint/2013/main/command"/>
      <pc:sldMk xmlns:pc="http://schemas.microsoft.com/office/powerpoint/2013/main/command" cId="987052493" sldId="9886"/>
      <ac:spMk id="2" creationId="{1467819C-9359-B8B2-A26B-8997344FA96B}"/>
    </ac:deMkLst>
    <p188:txBody>
      <a:bodyPr/>
      <a:lstStyle/>
      <a:p>
        <a:r>
          <a:rPr lang="en-US"/>
          <a:t>[@Keleske, Andy B] checklist for MC/SC </a:t>
        </a:r>
      </a:p>
    </p188:txBody>
    <p188:extLst>
      <p:ext xmlns:p="http://schemas.openxmlformats.org/presentationml/2006/main" uri="{5BB2D875-25FF-4072-B9AC-8F64D62656EB}">
        <p228:taskDetails xmlns:p228="http://schemas.microsoft.com/office/powerpoint/2022/08/main">
          <p228:history>
            <p228:event time="2025-11-03T19:57:07.896" id="{5405E78B-407B-4124-A3D5-DAECB9126FED}">
              <p228:atrbtn authorId="{E71FDCB1-8BCA-4ED3-7690-C76E1CCF6540}"/>
              <p228:anchr>
                <p228:comment id="{F68154D4-CE05-404A-A3C8-636FDD70B146}"/>
              </p228:anchr>
              <p228:add/>
            </p228:event>
            <p228:event time="2025-11-03T19:57:07.896" id="{53EE57C6-5129-47D3-A09B-BEB184F90332}">
              <p228:atrbtn authorId="{E71FDCB1-8BCA-4ED3-7690-C76E1CCF6540}"/>
              <p228:anchr>
                <p228:comment id="{F68154D4-CE05-404A-A3C8-636FDD70B146}"/>
              </p228:anchr>
              <p228:asgn authorId="{DD94F600-D62B-7EC6-02AE-5DABB4759324}"/>
            </p228:event>
            <p228:event time="2025-11-03T19:57:07.896" id="{A6AD3E65-FA00-4B02-BFFC-82B6BB0E42C9}">
              <p228:atrbtn authorId="{E71FDCB1-8BCA-4ED3-7690-C76E1CCF6540}"/>
              <p228:anchr>
                <p228:comment id="{F68154D4-CE05-404A-A3C8-636FDD70B146}"/>
              </p228:anchr>
              <p228:title val="@Keleske, Andy B checklist for MC/SC "/>
            </p228:event>
            <p228:event time="2025-11-03T19:57:07.896" id="{62787869-518D-4477-979C-B361D7F993A7}">
              <p228:atrbtn authorId="{E71FDCB1-8BCA-4ED3-7690-C76E1CCF6540}"/>
              <p228:anchr>
                <p228:comment id="{F68154D4-CE05-404A-A3C8-636FDD70B146}"/>
              </p228:anchr>
              <p228:date stDt="2025-11-03T19:57:07.896" endDt="2025-11-03T19:57:07.896"/>
            </p228:event>
          </p228:history>
        </p228:taskDetails>
      </p:ext>
    </p188:extLst>
  </p188:cm>
</p188:cmLst>
</file>

<file path=ppt/comments/modernComment_2684_4C53E8F4.xml><?xml version="1.0" encoding="utf-8"?>
<p188:cmLst xmlns:a="http://schemas.openxmlformats.org/drawingml/2006/main" xmlns:r="http://schemas.openxmlformats.org/officeDocument/2006/relationships" xmlns:p188="http://schemas.microsoft.com/office/powerpoint/2018/8/main">
  <p188:cm id="{1BD7018B-4D7D-4E30-BCAE-B756D421DA0F}" authorId="{E71FDCB1-8BCA-4ED3-7690-C76E1CCF6540}" created="2025-11-03T19:09:19.517" startDate="2025-11-03T19:09:19.517" dueDate="2025-11-03T19:09:19.517" assignedTo="{853CD045-9153-89EB-F9FC-36620EB1133E}" title="@Miller, Mason James ">
    <pc:sldMkLst xmlns:pc="http://schemas.microsoft.com/office/powerpoint/2013/main/command">
      <pc:docMk/>
      <pc:sldMk cId="1280567540" sldId="9860"/>
    </pc:sldMkLst>
    <p188:txBody>
      <a:bodyPr/>
      <a:lstStyle/>
      <a:p>
        <a:r>
          <a:rPr lang="en-US"/>
          <a:t>[@Miller, Mason James] </a:t>
        </a:r>
      </a:p>
    </p188:txBody>
    <p188:extLst>
      <p:ext xmlns:p="http://schemas.openxmlformats.org/presentationml/2006/main" uri="{5BB2D875-25FF-4072-B9AC-8F64D62656EB}">
        <p228:taskDetails xmlns:p228="http://schemas.microsoft.com/office/powerpoint/2022/08/main">
          <p228:history>
            <p228:event time="2025-11-03T19:09:19.517" id="{2D9AE1DB-2F8D-41F6-A290-DC1E4304D57E}">
              <p228:atrbtn authorId="{E71FDCB1-8BCA-4ED3-7690-C76E1CCF6540}"/>
              <p228:anchr>
                <p228:comment id="{1BD7018B-4D7D-4E30-BCAE-B756D421DA0F}"/>
              </p228:anchr>
              <p228:add/>
            </p228:event>
            <p228:event time="2025-11-03T19:09:19.517" id="{CF97BFD3-9F4F-4376-9D92-B12473ABC6A3}">
              <p228:atrbtn authorId="{E71FDCB1-8BCA-4ED3-7690-C76E1CCF6540}"/>
              <p228:anchr>
                <p228:comment id="{1BD7018B-4D7D-4E30-BCAE-B756D421DA0F}"/>
              </p228:anchr>
              <p228:asgn authorId="{853CD045-9153-89EB-F9FC-36620EB1133E}"/>
            </p228:event>
            <p228:event time="2025-11-03T19:09:19.517" id="{8C0DA850-6053-42A3-8B69-FE03122AD9DD}">
              <p228:atrbtn authorId="{E71FDCB1-8BCA-4ED3-7690-C76E1CCF6540}"/>
              <p228:anchr>
                <p228:comment id="{1BD7018B-4D7D-4E30-BCAE-B756D421DA0F}"/>
              </p228:anchr>
              <p228:title val="@Miller, Mason James "/>
            </p228:event>
            <p228:event time="2025-11-03T19:09:19.517" id="{229B658E-C9D7-4F34-9FDE-2B2CCE89863D}">
              <p228:atrbtn authorId="{E71FDCB1-8BCA-4ED3-7690-C76E1CCF6540}"/>
              <p228:anchr>
                <p228:comment id="{1BD7018B-4D7D-4E30-BCAE-B756D421DA0F}"/>
              </p228:anchr>
              <p228:date stDt="2025-11-03T19:09:19.517" endDt="2025-11-03T19:09:19.517"/>
            </p228:event>
          </p228:history>
        </p228:taskDetails>
      </p:ext>
    </p188:extLst>
  </p188:cm>
</p188:cmLst>
</file>

<file path=ppt/comments/modernComment_2689_519772B9.xml><?xml version="1.0" encoding="utf-8"?>
<p188:cmLst xmlns:a="http://schemas.openxmlformats.org/drawingml/2006/main" xmlns:r="http://schemas.openxmlformats.org/officeDocument/2006/relationships" xmlns:p188="http://schemas.microsoft.com/office/powerpoint/2018/8/main">
  <p188:cm id="{7B0FB174-6E4F-408F-B11A-9ACA215FE927}" authorId="{E71FDCB1-8BCA-4ED3-7690-C76E1CCF6540}" created="2025-11-03T19:13:10.566" startDate="2025-11-03T19:13:10.566" dueDate="2025-11-03T19:13:10.566" assignedTo="{DD94F600-D62B-7EC6-02AE-5DABB4759324}" title="@Keleske, Andy B ">
    <pc:sldMkLst xmlns:pc="http://schemas.microsoft.com/office/powerpoint/2013/main/command">
      <pc:docMk/>
      <pc:sldMk cId="1368879801" sldId="9865"/>
    </pc:sldMkLst>
    <p188:txBody>
      <a:bodyPr/>
      <a:lstStyle/>
      <a:p>
        <a:r>
          <a:rPr lang="en-US"/>
          <a:t>[@Keleske, Andy B] </a:t>
        </a:r>
      </a:p>
    </p188:txBody>
    <p188:extLst>
      <p:ext xmlns:p="http://schemas.openxmlformats.org/presentationml/2006/main" uri="{5BB2D875-25FF-4072-B9AC-8F64D62656EB}">
        <p228:taskDetails xmlns:p228="http://schemas.microsoft.com/office/powerpoint/2022/08/main">
          <p228:history>
            <p228:event time="2025-11-03T19:13:10.566" id="{F30D474D-D167-44C0-8F59-38570B32232C}">
              <p228:atrbtn authorId="{E71FDCB1-8BCA-4ED3-7690-C76E1CCF6540}"/>
              <p228:anchr>
                <p228:comment id="{7B0FB174-6E4F-408F-B11A-9ACA215FE927}"/>
              </p228:anchr>
              <p228:add/>
            </p228:event>
            <p228:event time="2025-11-03T19:13:10.566" id="{4A28832F-7050-4C4C-8EFC-734D7B2B24B3}">
              <p228:atrbtn authorId="{E71FDCB1-8BCA-4ED3-7690-C76E1CCF6540}"/>
              <p228:anchr>
                <p228:comment id="{7B0FB174-6E4F-408F-B11A-9ACA215FE927}"/>
              </p228:anchr>
              <p228:asgn authorId="{DD94F600-D62B-7EC6-02AE-5DABB4759324}"/>
            </p228:event>
            <p228:event time="2025-11-03T19:13:10.566" id="{0818522A-DFCA-49C5-9267-FD642F1C2217}">
              <p228:atrbtn authorId="{E71FDCB1-8BCA-4ED3-7690-C76E1CCF6540}"/>
              <p228:anchr>
                <p228:comment id="{7B0FB174-6E4F-408F-B11A-9ACA215FE927}"/>
              </p228:anchr>
              <p228:title val="@Keleske, Andy B "/>
            </p228:event>
            <p228:event time="2025-11-03T19:13:10.566" id="{88F4F765-9356-4EDE-A84B-7BF0F03A8A89}">
              <p228:atrbtn authorId="{E71FDCB1-8BCA-4ED3-7690-C76E1CCF6540}"/>
              <p228:anchr>
                <p228:comment id="{7B0FB174-6E4F-408F-B11A-9ACA215FE927}"/>
              </p228:anchr>
              <p228:date stDt="2025-11-03T19:13:10.566" endDt="2025-11-03T19:13:10.566"/>
            </p228:event>
          </p228:history>
        </p228:taskDetails>
      </p:ext>
    </p188:extLst>
  </p188:cm>
</p188:cmLst>
</file>

<file path=ppt/comments/modernComment_2692_A76E3557.xml><?xml version="1.0" encoding="utf-8"?>
<p188:cmLst xmlns:a="http://schemas.openxmlformats.org/drawingml/2006/main" xmlns:r="http://schemas.openxmlformats.org/officeDocument/2006/relationships" xmlns:p188="http://schemas.microsoft.com/office/powerpoint/2018/8/main">
  <p188:cm id="{D5C59DB2-904D-4585-A5C6-2EB4C8F7D67E}" authorId="{853CD045-9153-89EB-F9FC-36620EB1133E}" status="resolved" created="2025-11-04T22:07:16.799" complete="100000">
    <ac:txMkLst xmlns:ac="http://schemas.microsoft.com/office/drawing/2013/main/command">
      <pc:docMk xmlns:pc="http://schemas.microsoft.com/office/powerpoint/2013/main/command"/>
      <pc:sldMk xmlns:pc="http://schemas.microsoft.com/office/powerpoint/2013/main/command" cId="2809017687" sldId="9874"/>
      <ac:graphicFrameMk id="8" creationId="{9E257805-F5A6-59D6-61AD-0C1E683A1271}"/>
      <ac:tblMk/>
      <ac:tcMk rowId="36528551" colId="3637182143"/>
      <ac:txMk cp="0" len="7">
        <ac:context len="8" hash="3002451562"/>
      </ac:txMk>
    </ac:txMkLst>
    <p188:pos x="9022521" y="2981739"/>
    <p188:txBody>
      <a:bodyPr/>
      <a:lstStyle/>
      <a:p>
        <a:r>
          <a:rPr lang="en-US"/>
          <a:t>[@Miller, Mason James] </a:t>
        </a:r>
      </a:p>
    </p188:txBody>
  </p188:cm>
</p188:cmLst>
</file>

<file path=ppt/comments/modernComment_2695_884C8CC8.xml><?xml version="1.0" encoding="utf-8"?>
<p188:cmLst xmlns:a="http://schemas.openxmlformats.org/drawingml/2006/main" xmlns:r="http://schemas.openxmlformats.org/officeDocument/2006/relationships" xmlns:p188="http://schemas.microsoft.com/office/powerpoint/2018/8/main">
  <p188:cm id="{F312558D-9B6D-4A1F-8795-7CD607EF4681}" authorId="{E71FDCB1-8BCA-4ED3-7690-C76E1CCF6540}" created="2025-11-03T19:43:08.351" startDate="2025-11-03T19:43:08.351" dueDate="2025-11-03T19:43:08.351" assignedTo="{71ABFAAB-C935-E5A6-B4F2-337970382F61}" title="@Noriega Romero, David Alfredo @Rector, Joe ">
    <pc:sldMkLst xmlns:pc="http://schemas.microsoft.com/office/powerpoint/2013/main/command">
      <pc:docMk/>
      <pc:sldMk cId="2286718152" sldId="9877"/>
    </pc:sldMkLst>
    <p188:txBody>
      <a:bodyPr/>
      <a:lstStyle/>
      <a:p>
        <a:r>
          <a:rPr lang="en-US"/>
          <a:t>[@Noriega Romero, David Alfredo] [@Rector, Joe] </a:t>
        </a:r>
      </a:p>
    </p188:txBody>
    <p188:extLst>
      <p:ext xmlns:p="http://schemas.openxmlformats.org/presentationml/2006/main" uri="{5BB2D875-25FF-4072-B9AC-8F64D62656EB}">
        <p228:taskDetails xmlns:p228="http://schemas.microsoft.com/office/powerpoint/2022/08/main">
          <p228:history>
            <p228:event time="2025-11-03T19:43:08.351" id="{8E928A31-75F6-4F5F-AD9C-24CAE5EBA11B}">
              <p228:atrbtn authorId="{E71FDCB1-8BCA-4ED3-7690-C76E1CCF6540}"/>
              <p228:anchr>
                <p228:comment id="{F312558D-9B6D-4A1F-8795-7CD607EF4681}"/>
              </p228:anchr>
              <p228:add/>
            </p228:event>
            <p228:event time="2025-11-03T19:43:08.351" id="{72E5C2CD-06B3-44A3-B019-A7E01D18675C}">
              <p228:atrbtn authorId="{E71FDCB1-8BCA-4ED3-7690-C76E1CCF6540}"/>
              <p228:anchr>
                <p228:comment id="{F312558D-9B6D-4A1F-8795-7CD607EF4681}"/>
              </p228:anchr>
              <p228:asgn authorId="{71ABFAAB-C935-E5A6-B4F2-337970382F61}"/>
            </p228:event>
            <p228:event time="2025-11-03T19:43:08.351" id="{CEBC34B0-4FB5-4594-A6E0-CE01B90889B3}">
              <p228:atrbtn authorId="{E71FDCB1-8BCA-4ED3-7690-C76E1CCF6540}"/>
              <p228:anchr>
                <p228:comment id="{F312558D-9B6D-4A1F-8795-7CD607EF4681}"/>
              </p228:anchr>
              <p228:title val="@Noriega Romero, David Alfredo @Rector, Joe "/>
            </p228:event>
            <p228:event time="2025-11-03T19:43:08.351" id="{366BF228-0040-4FCD-96E1-C27ED47089A1}">
              <p228:atrbtn authorId="{E71FDCB1-8BCA-4ED3-7690-C76E1CCF6540}"/>
              <p228:anchr>
                <p228:comment id="{F312558D-9B6D-4A1F-8795-7CD607EF4681}"/>
              </p228:anchr>
              <p228:date stDt="2025-11-03T19:43:08.351" endDt="2025-11-03T19:43:08.351"/>
            </p228:event>
          </p228:history>
        </p228:taskDetails>
      </p:ext>
    </p188:extLst>
  </p188:cm>
</p188:cmLst>
</file>

<file path=ppt/comments/modernComment_2697_F1E72BFA.xml><?xml version="1.0" encoding="utf-8"?>
<p188:cmLst xmlns:a="http://schemas.openxmlformats.org/drawingml/2006/main" xmlns:r="http://schemas.openxmlformats.org/officeDocument/2006/relationships" xmlns:p188="http://schemas.microsoft.com/office/powerpoint/2018/8/main">
  <p188:cm id="{6DA71A46-9F15-4E5B-B0EA-CDA9A238C65C}" authorId="{E71FDCB1-8BCA-4ED3-7690-C76E1CCF6540}" created="2025-11-03T19:46:08.358" startDate="2025-11-03T19:46:08.358" dueDate="2025-11-03T19:46:08.358" assignedTo="{CA2D4BD5-4D79-7F2A-0026-309456C2ABF9}" title="@Hipsher, Shelton B ">
    <pc:sldMkLst xmlns:pc="http://schemas.microsoft.com/office/powerpoint/2013/main/command">
      <pc:docMk/>
      <pc:sldMk cId="4058459130" sldId="9879"/>
    </pc:sldMkLst>
    <p188:txBody>
      <a:bodyPr/>
      <a:lstStyle/>
      <a:p>
        <a:r>
          <a:rPr lang="en-US"/>
          <a:t>[@Hipsher, Shelton B] </a:t>
        </a:r>
      </a:p>
    </p188:txBody>
    <p188:extLst>
      <p:ext xmlns:p="http://schemas.openxmlformats.org/presentationml/2006/main" uri="{5BB2D875-25FF-4072-B9AC-8F64D62656EB}">
        <p228:taskDetails xmlns:p228="http://schemas.microsoft.com/office/powerpoint/2022/08/main">
          <p228:history>
            <p228:event time="2025-11-03T19:46:08.358" id="{D579E9FD-B80D-41EA-A7B7-C58D88673899}">
              <p228:atrbtn authorId="{E71FDCB1-8BCA-4ED3-7690-C76E1CCF6540}"/>
              <p228:anchr>
                <p228:comment id="{6DA71A46-9F15-4E5B-B0EA-CDA9A238C65C}"/>
              </p228:anchr>
              <p228:add/>
            </p228:event>
            <p228:event time="2025-11-03T19:46:08.358" id="{A049746A-45BA-4CA3-8509-36D1D3C09DEE}">
              <p228:atrbtn authorId="{E71FDCB1-8BCA-4ED3-7690-C76E1CCF6540}"/>
              <p228:anchr>
                <p228:comment id="{6DA71A46-9F15-4E5B-B0EA-CDA9A238C65C}"/>
              </p228:anchr>
              <p228:asgn authorId="{CA2D4BD5-4D79-7F2A-0026-309456C2ABF9}"/>
            </p228:event>
            <p228:event time="2025-11-03T19:46:08.358" id="{C91E0D8F-A6BE-4D7B-BBF9-D41A2DB051C2}">
              <p228:atrbtn authorId="{E71FDCB1-8BCA-4ED3-7690-C76E1CCF6540}"/>
              <p228:anchr>
                <p228:comment id="{6DA71A46-9F15-4E5B-B0EA-CDA9A238C65C}"/>
              </p228:anchr>
              <p228:title val="@Hipsher, Shelton B "/>
            </p228:event>
            <p228:event time="2025-11-03T19:46:08.358" id="{C81DC984-E012-4AB4-8E8D-24C7D4CE74F0}">
              <p228:atrbtn authorId="{E71FDCB1-8BCA-4ED3-7690-C76E1CCF6540}"/>
              <p228:anchr>
                <p228:comment id="{6DA71A46-9F15-4E5B-B0EA-CDA9A238C65C}"/>
              </p228:anchr>
              <p228:date stDt="2025-11-03T19:46:08.358" endDt="2025-11-03T19:46:08.358"/>
            </p228:event>
          </p228:history>
        </p228:taskDetails>
      </p:ext>
    </p188:extLst>
  </p188:cm>
</p188:cmLst>
</file>

<file path=ppt/comments/modernComment_2698_F4E16246.xml><?xml version="1.0" encoding="utf-8"?>
<p188:cmLst xmlns:a="http://schemas.openxmlformats.org/drawingml/2006/main" xmlns:r="http://schemas.openxmlformats.org/officeDocument/2006/relationships" xmlns:p188="http://schemas.microsoft.com/office/powerpoint/2018/8/main">
  <p188:cm id="{519240AC-236D-41E4-B4F2-BAEEEC4277F8}" authorId="{D05FC569-DDAF-4FBA-C86C-65F03B21DA06}" created="2025-11-07T17:35:17.653" startDate="2025-11-07T17:35:17.653" dueDate="2025-11-07T17:35:17.653" assignedTo="{CA2D4BD5-4D79-7F2A-0026-309456C2ABF9}" title="@Hipsher, Shelton B">
    <ac:deMkLst xmlns:ac="http://schemas.microsoft.com/office/drawing/2013/main/command">
      <pc:docMk xmlns:pc="http://schemas.microsoft.com/office/powerpoint/2013/main/command"/>
      <pc:sldMk xmlns:pc="http://schemas.microsoft.com/office/powerpoint/2013/main/command" cId="4108411462" sldId="9880"/>
      <ac:spMk id="8" creationId="{570B373E-9DC7-E272-FF41-FD64C946B827}"/>
    </ac:deMkLst>
    <p188:txBody>
      <a:bodyPr/>
      <a:lstStyle/>
      <a:p>
        <a:r>
          <a:rPr lang="en-US"/>
          <a:t>[@Hipsher, Shelton B] </a:t>
        </a:r>
      </a:p>
    </p188:txBody>
    <p188:extLst>
      <p:ext xmlns:p="http://schemas.openxmlformats.org/presentationml/2006/main" uri="{5BB2D875-25FF-4072-B9AC-8F64D62656EB}">
        <p228:taskDetails xmlns:p228="http://schemas.microsoft.com/office/powerpoint/2022/08/main">
          <p228:history>
            <p228:event time="2025-11-07T17:35:17.653" id="{1815D4E4-6BD5-431A-A34E-D97C2E977220}">
              <p228:atrbtn authorId="{D05FC569-DDAF-4FBA-C86C-65F03B21DA06}"/>
              <p228:anchr>
                <p228:comment id="{519240AC-236D-41E4-B4F2-BAEEEC4277F8}"/>
              </p228:anchr>
              <p228:add/>
            </p228:event>
            <p228:event time="2025-11-07T17:35:17.653" id="{527B5BBB-5031-4032-BFB6-5A945EEBDC49}">
              <p228:atrbtn authorId="{D05FC569-DDAF-4FBA-C86C-65F03B21DA06}"/>
              <p228:anchr>
                <p228:comment id="{519240AC-236D-41E4-B4F2-BAEEEC4277F8}"/>
              </p228:anchr>
              <p228:asgn authorId="{CA2D4BD5-4D79-7F2A-0026-309456C2ABF9}"/>
            </p228:event>
            <p228:event time="2025-11-07T17:35:17.653" id="{55F62DD1-A8B7-4089-882D-9C9993DD16C7}">
              <p228:atrbtn authorId="{D05FC569-DDAF-4FBA-C86C-65F03B21DA06}"/>
              <p228:anchr>
                <p228:comment id="{519240AC-236D-41E4-B4F2-BAEEEC4277F8}"/>
              </p228:anchr>
              <p228:title val="@Hipsher, Shelton B"/>
            </p228:event>
            <p228:event time="2025-11-07T17:35:17.653" id="{B74E7803-3DA4-4A6A-BA47-0A21CD6243DC}">
              <p228:atrbtn authorId="{D05FC569-DDAF-4FBA-C86C-65F03B21DA06}"/>
              <p228:anchr>
                <p228:comment id="{519240AC-236D-41E4-B4F2-BAEEEC4277F8}"/>
              </p228:anchr>
              <p228:date stDt="2025-11-07T17:35:17.653" endDt="2025-11-07T17:35:17.653"/>
            </p228:event>
          </p228:history>
        </p228:taskDetails>
      </p:ext>
    </p188:extLst>
  </p188:cm>
</p188:cmLst>
</file>

<file path=ppt/comments/modernComment_2699_43E54687.xml><?xml version="1.0" encoding="utf-8"?>
<p188:cmLst xmlns:a="http://schemas.openxmlformats.org/drawingml/2006/main" xmlns:r="http://schemas.openxmlformats.org/officeDocument/2006/relationships" xmlns:p188="http://schemas.microsoft.com/office/powerpoint/2018/8/main">
  <p188:cm id="{03C544C3-C2CB-4D62-81F5-D6BF990B4C80}" authorId="{E71FDCB1-8BCA-4ED3-7690-C76E1CCF6540}" created="2025-11-03T19:54:36.337" startDate="2025-11-03T19:54:36.337" dueDate="2025-11-03T19:54:36.337" assignedTo="{6DEA36A4-16DF-0A23-C978-C4BDD5755CC4}" title="@Lewis, Will William ">
    <pc:sldMkLst xmlns:pc="http://schemas.microsoft.com/office/powerpoint/2013/main/command">
      <pc:docMk/>
      <pc:sldMk cId="1139099271" sldId="9881"/>
    </pc:sldMkLst>
    <p188:txBody>
      <a:bodyPr/>
      <a:lstStyle/>
      <a:p>
        <a:r>
          <a:rPr lang="en-US"/>
          <a:t>[@Lewis, Will William] </a:t>
        </a:r>
      </a:p>
    </p188:txBody>
    <p188:extLst>
      <p:ext xmlns:p="http://schemas.openxmlformats.org/presentationml/2006/main" uri="{5BB2D875-25FF-4072-B9AC-8F64D62656EB}">
        <p228:taskDetails xmlns:p228="http://schemas.microsoft.com/office/powerpoint/2022/08/main">
          <p228:history>
            <p228:event time="2025-11-03T19:54:36.337" id="{B8AB6A5D-06B6-425D-B0D5-078FC986EC4B}">
              <p228:atrbtn authorId="{E71FDCB1-8BCA-4ED3-7690-C76E1CCF6540}"/>
              <p228:anchr>
                <p228:comment id="{03C544C3-C2CB-4D62-81F5-D6BF990B4C80}"/>
              </p228:anchr>
              <p228:add/>
            </p228:event>
            <p228:event time="2025-11-03T19:54:36.337" id="{86D808E2-4D51-4BEF-8077-2882172D0D52}">
              <p228:atrbtn authorId="{E71FDCB1-8BCA-4ED3-7690-C76E1CCF6540}"/>
              <p228:anchr>
                <p228:comment id="{03C544C3-C2CB-4D62-81F5-D6BF990B4C80}"/>
              </p228:anchr>
              <p228:asgn authorId="{6DEA36A4-16DF-0A23-C978-C4BDD5755CC4}"/>
            </p228:event>
            <p228:event time="2025-11-03T19:54:36.337" id="{A5FC6D31-B6D0-4375-9133-1D8989C0287B}">
              <p228:atrbtn authorId="{E71FDCB1-8BCA-4ED3-7690-C76E1CCF6540}"/>
              <p228:anchr>
                <p228:comment id="{03C544C3-C2CB-4D62-81F5-D6BF990B4C80}"/>
              </p228:anchr>
              <p228:title val="@Lewis, Will William "/>
            </p228:event>
            <p228:event time="2025-11-03T19:54:36.337" id="{B87706AB-5CEC-4432-96D5-7B0933370A10}">
              <p228:atrbtn authorId="{E71FDCB1-8BCA-4ED3-7690-C76E1CCF6540}"/>
              <p228:anchr>
                <p228:comment id="{03C544C3-C2CB-4D62-81F5-D6BF990B4C80}"/>
              </p228:anchr>
              <p228:date stDt="2025-11-03T19:54:36.337" endDt="2025-11-03T19:54:36.337"/>
            </p228:event>
          </p228:history>
        </p228:taskDetails>
      </p:ext>
    </p188:extLst>
  </p188:cm>
</p188:cmLst>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E1E2BF-FAE6-47F0-B423-E4F578717908}"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US"/>
        </a:p>
      </dgm:t>
    </dgm:pt>
    <dgm:pt modelId="{0DE720A5-8361-47C3-AEA1-C2FCF7B659C4}">
      <dgm:prSet phldr="0" custT="1"/>
      <dgm:spPr/>
      <dgm:t>
        <a:bodyPr/>
        <a:lstStyle/>
        <a:p>
          <a:pPr algn="l" rtl="0">
            <a:lnSpc>
              <a:spcPct val="90000"/>
            </a:lnSpc>
          </a:pPr>
          <a:r>
            <a:rPr lang="en-US" sz="1200">
              <a:solidFill>
                <a:srgbClr val="1C1C1C"/>
              </a:solidFill>
              <a:latin typeface="Calibri"/>
              <a:ea typeface="+mn-ea"/>
              <a:cs typeface="Arial"/>
            </a:rPr>
            <a:t>Project Closeout</a:t>
          </a:r>
        </a:p>
      </dgm:t>
    </dgm:pt>
    <dgm:pt modelId="{3C712685-A7CE-45F0-9B84-2A51FD45A831}" type="parTrans" cxnId="{2D415E23-3E0C-41E1-BFBA-28B470652C3F}">
      <dgm:prSet/>
      <dgm:spPr/>
      <dgm:t>
        <a:bodyPr/>
        <a:lstStyle/>
        <a:p>
          <a:endParaRPr lang="en-US"/>
        </a:p>
      </dgm:t>
    </dgm:pt>
    <dgm:pt modelId="{974B4313-17F4-4379-888C-362391CE64AF}" type="sibTrans" cxnId="{2D415E23-3E0C-41E1-BFBA-28B470652C3F}">
      <dgm:prSet/>
      <dgm:spPr/>
      <dgm:t>
        <a:bodyPr/>
        <a:lstStyle/>
        <a:p>
          <a:endParaRPr lang="en-US"/>
        </a:p>
      </dgm:t>
    </dgm:pt>
    <dgm:pt modelId="{EA983918-0DE5-44C6-83BF-8D01C389BE7A}">
      <dgm:prSet phldr="0" custT="1"/>
      <dgm:spPr/>
      <dgm:t>
        <a:bodyPr/>
        <a:lstStyle/>
        <a:p>
          <a:pPr algn="l" rtl="0">
            <a:lnSpc>
              <a:spcPct val="90000"/>
            </a:lnSpc>
          </a:pPr>
          <a:r>
            <a:rPr lang="en-US" sz="1200">
              <a:solidFill>
                <a:srgbClr val="1C1C1C"/>
              </a:solidFill>
              <a:latin typeface="Calibri"/>
              <a:ea typeface="+mn-ea"/>
              <a:cs typeface="+mn-cs"/>
            </a:rPr>
            <a:t>Safety</a:t>
          </a:r>
        </a:p>
      </dgm:t>
    </dgm:pt>
    <dgm:pt modelId="{068BE6FF-6D7B-4315-BB9F-FE1E453AD714}" type="parTrans" cxnId="{533D7443-5604-4357-8FF1-F310D65A2BAF}">
      <dgm:prSet/>
      <dgm:spPr/>
      <dgm:t>
        <a:bodyPr/>
        <a:lstStyle/>
        <a:p>
          <a:endParaRPr lang="en-US"/>
        </a:p>
      </dgm:t>
    </dgm:pt>
    <dgm:pt modelId="{FCAC7AC9-F1C3-4BB8-A095-D47CD347DEC3}" type="sibTrans" cxnId="{533D7443-5604-4357-8FF1-F310D65A2BAF}">
      <dgm:prSet/>
      <dgm:spPr/>
      <dgm:t>
        <a:bodyPr/>
        <a:lstStyle/>
        <a:p>
          <a:endParaRPr lang="en-US"/>
        </a:p>
      </dgm:t>
    </dgm:pt>
    <dgm:pt modelId="{15A85055-D927-459E-8DC5-AB83622342D1}">
      <dgm:prSet phldr="0" custT="1"/>
      <dgm:spPr/>
      <dgm:t>
        <a:bodyPr/>
        <a:lstStyle/>
        <a:p>
          <a:pPr algn="l" rtl="0">
            <a:lnSpc>
              <a:spcPct val="90000"/>
            </a:lnSpc>
          </a:pPr>
          <a:r>
            <a:rPr lang="en-US" sz="1200">
              <a:solidFill>
                <a:srgbClr val="1C1C1C"/>
              </a:solidFill>
              <a:latin typeface="Calibri"/>
              <a:ea typeface="+mn-ea"/>
              <a:cs typeface="+mn-cs"/>
            </a:rPr>
            <a:t>Key DEPCOM Stakeholders</a:t>
          </a:r>
        </a:p>
      </dgm:t>
    </dgm:pt>
    <dgm:pt modelId="{9B7EDF65-2B66-4DAA-AB0F-642CE6C6EBEA}" type="parTrans" cxnId="{35D17668-6C67-4B42-8375-7685EA0B0F86}">
      <dgm:prSet/>
      <dgm:spPr/>
      <dgm:t>
        <a:bodyPr/>
        <a:lstStyle/>
        <a:p>
          <a:endParaRPr lang="en-US"/>
        </a:p>
      </dgm:t>
    </dgm:pt>
    <dgm:pt modelId="{A3386DE0-B7B8-4162-BDBF-6981A6E34CF5}" type="sibTrans" cxnId="{35D17668-6C67-4B42-8375-7685EA0B0F86}">
      <dgm:prSet/>
      <dgm:spPr/>
      <dgm:t>
        <a:bodyPr/>
        <a:lstStyle/>
        <a:p>
          <a:endParaRPr lang="en-US"/>
        </a:p>
      </dgm:t>
    </dgm:pt>
    <dgm:pt modelId="{6C9523F6-B05F-464F-B374-9182308F6367}">
      <dgm:prSet phldr="0" custT="1"/>
      <dgm:spPr/>
      <dgm:t>
        <a:bodyPr/>
        <a:lstStyle/>
        <a:p>
          <a:pPr algn="l" rtl="0">
            <a:lnSpc>
              <a:spcPct val="90000"/>
            </a:lnSpc>
          </a:pPr>
          <a:r>
            <a:rPr lang="en-US" sz="1200">
              <a:solidFill>
                <a:srgbClr val="1C1C1C"/>
              </a:solidFill>
              <a:latin typeface="Calibri"/>
              <a:ea typeface="+mn-ea"/>
              <a:cs typeface="+mn-cs"/>
            </a:rPr>
            <a:t>Principle Based Management (PBM) Overview</a:t>
          </a:r>
        </a:p>
      </dgm:t>
    </dgm:pt>
    <dgm:pt modelId="{85CA3AA9-F062-4CA1-86D5-08F4697FA09C}" type="parTrans" cxnId="{004C812B-CD3E-41CD-9B6A-A64A86D8CBCD}">
      <dgm:prSet/>
      <dgm:spPr/>
      <dgm:t>
        <a:bodyPr/>
        <a:lstStyle/>
        <a:p>
          <a:endParaRPr lang="en-US"/>
        </a:p>
      </dgm:t>
    </dgm:pt>
    <dgm:pt modelId="{8CFE5B7D-9F4D-4C19-89DF-7ADAD2BD60CE}" type="sibTrans" cxnId="{004C812B-CD3E-41CD-9B6A-A64A86D8CBCD}">
      <dgm:prSet/>
      <dgm:spPr/>
      <dgm:t>
        <a:bodyPr/>
        <a:lstStyle/>
        <a:p>
          <a:endParaRPr lang="en-US"/>
        </a:p>
      </dgm:t>
    </dgm:pt>
    <dgm:pt modelId="{0B9BC23B-B11C-46A5-A9A8-FB700C0A12CD}">
      <dgm:prSet phldr="0" custT="1"/>
      <dgm:spPr/>
      <dgm:t>
        <a:bodyPr/>
        <a:lstStyle/>
        <a:p>
          <a:pPr algn="l" rtl="0">
            <a:lnSpc>
              <a:spcPct val="90000"/>
            </a:lnSpc>
          </a:pPr>
          <a:r>
            <a:rPr lang="en-US" sz="1200">
              <a:solidFill>
                <a:srgbClr val="000000"/>
              </a:solidFill>
              <a:latin typeface="Calibri"/>
              <a:ea typeface="Calibri"/>
              <a:cs typeface="Calibri"/>
            </a:rPr>
            <a:t>Stewardship</a:t>
          </a:r>
          <a:endParaRPr lang="en-US" sz="1200">
            <a:solidFill>
              <a:srgbClr val="1C1C1C"/>
            </a:solidFill>
            <a:latin typeface="Calibri"/>
            <a:ea typeface="Calibri"/>
            <a:cs typeface="Calibri"/>
          </a:endParaRPr>
        </a:p>
      </dgm:t>
    </dgm:pt>
    <dgm:pt modelId="{D4BDBE17-0A1B-4BB3-864A-E842702A65C2}" type="parTrans" cxnId="{426140FF-CFD3-4AB0-BE24-E57EAB50F26F}">
      <dgm:prSet/>
      <dgm:spPr/>
      <dgm:t>
        <a:bodyPr/>
        <a:lstStyle/>
        <a:p>
          <a:endParaRPr lang="en-US"/>
        </a:p>
      </dgm:t>
    </dgm:pt>
    <dgm:pt modelId="{13DEED91-136E-4AB0-AB98-1F45BF22AADE}" type="sibTrans" cxnId="{426140FF-CFD3-4AB0-BE24-E57EAB50F26F}">
      <dgm:prSet/>
      <dgm:spPr/>
      <dgm:t>
        <a:bodyPr/>
        <a:lstStyle/>
        <a:p>
          <a:endParaRPr lang="en-US"/>
        </a:p>
      </dgm:t>
    </dgm:pt>
    <dgm:pt modelId="{A19E73F6-10DD-4422-96B6-100CD3886283}">
      <dgm:prSet phldr="0" custT="1"/>
      <dgm:spPr/>
      <dgm:t>
        <a:bodyPr/>
        <a:lstStyle/>
        <a:p>
          <a:pPr algn="l" rtl="0">
            <a:lnSpc>
              <a:spcPct val="100000"/>
            </a:lnSpc>
          </a:pPr>
          <a:r>
            <a:rPr lang="en-US" sz="1200">
              <a:solidFill>
                <a:srgbClr val="000000"/>
              </a:solidFill>
              <a:latin typeface="Calibri"/>
              <a:ea typeface="Calibri"/>
              <a:cs typeface="Calibri"/>
            </a:rPr>
            <a:t>Project Intro</a:t>
          </a:r>
          <a:endParaRPr lang="en-US" sz="600">
            <a:solidFill>
              <a:srgbClr val="1C1C1C"/>
            </a:solidFill>
            <a:latin typeface="Calibri"/>
            <a:ea typeface="Calibri"/>
            <a:cs typeface="Calibri"/>
          </a:endParaRPr>
        </a:p>
      </dgm:t>
    </dgm:pt>
    <dgm:pt modelId="{79143711-1A2E-4591-A9DA-8ED4005E8AD4}" type="parTrans" cxnId="{1C3FC9CD-F669-437B-92C0-F35258B8D639}">
      <dgm:prSet/>
      <dgm:spPr/>
      <dgm:t>
        <a:bodyPr/>
        <a:lstStyle/>
        <a:p>
          <a:endParaRPr lang="en-US"/>
        </a:p>
      </dgm:t>
    </dgm:pt>
    <dgm:pt modelId="{430EEBCB-3E47-4120-8199-46F41510E0CB}" type="sibTrans" cxnId="{1C3FC9CD-F669-437B-92C0-F35258B8D639}">
      <dgm:prSet/>
      <dgm:spPr/>
      <dgm:t>
        <a:bodyPr/>
        <a:lstStyle/>
        <a:p>
          <a:endParaRPr lang="en-US"/>
        </a:p>
      </dgm:t>
    </dgm:pt>
    <dgm:pt modelId="{6C78F584-38F6-421E-9F7E-AEE3D5440496}">
      <dgm:prSet phldr="0" custT="1"/>
      <dgm:spPr/>
      <dgm:t>
        <a:bodyPr/>
        <a:lstStyle/>
        <a:p>
          <a:pPr algn="l" rtl="0">
            <a:lnSpc>
              <a:spcPct val="90000"/>
            </a:lnSpc>
          </a:pPr>
          <a:r>
            <a:rPr lang="en-US" sz="1200">
              <a:solidFill>
                <a:srgbClr val="1C1C1C"/>
              </a:solidFill>
              <a:latin typeface="Calibri"/>
              <a:ea typeface="+mn-ea"/>
              <a:cs typeface="+mn-cs"/>
            </a:rPr>
            <a:t>Schedule Milestones</a:t>
          </a:r>
        </a:p>
      </dgm:t>
    </dgm:pt>
    <dgm:pt modelId="{C340BE00-42E1-4FB6-9B5F-E855698211A9}" type="parTrans" cxnId="{6BA27ED7-D4F3-4395-A69C-F6706B61DAAD}">
      <dgm:prSet/>
      <dgm:spPr/>
      <dgm:t>
        <a:bodyPr/>
        <a:lstStyle/>
        <a:p>
          <a:endParaRPr lang="en-US"/>
        </a:p>
      </dgm:t>
    </dgm:pt>
    <dgm:pt modelId="{DBC430D2-59FF-425C-BB69-BBC7740B879C}" type="sibTrans" cxnId="{6BA27ED7-D4F3-4395-A69C-F6706B61DAAD}">
      <dgm:prSet/>
      <dgm:spPr/>
      <dgm:t>
        <a:bodyPr/>
        <a:lstStyle/>
        <a:p>
          <a:endParaRPr lang="en-US"/>
        </a:p>
      </dgm:t>
    </dgm:pt>
    <dgm:pt modelId="{FFA631AB-97BB-4B02-9D87-52B96105828D}">
      <dgm:prSet phldr="0" custT="1"/>
      <dgm:spPr/>
      <dgm:t>
        <a:bodyPr/>
        <a:lstStyle/>
        <a:p>
          <a:pPr algn="l" rtl="0">
            <a:lnSpc>
              <a:spcPct val="90000"/>
            </a:lnSpc>
          </a:pPr>
          <a:r>
            <a:rPr lang="en-US" sz="1200">
              <a:solidFill>
                <a:srgbClr val="1C1C1C"/>
              </a:solidFill>
              <a:latin typeface="Calibri"/>
              <a:ea typeface="+mn-ea"/>
              <a:cs typeface="+mn-cs"/>
            </a:rPr>
            <a:t>Procurement </a:t>
          </a:r>
          <a:r>
            <a:rPr lang="en-US" sz="1200">
              <a:solidFill>
                <a:srgbClr val="000000"/>
              </a:solidFill>
              <a:latin typeface="Calibri"/>
              <a:ea typeface="+mn-ea"/>
              <a:cs typeface="+mn-cs"/>
            </a:rPr>
            <a:t>Schedule</a:t>
          </a:r>
          <a:endParaRPr lang="en-US" sz="1200">
            <a:solidFill>
              <a:srgbClr val="1C1C1C"/>
            </a:solidFill>
            <a:latin typeface="Calibri"/>
            <a:ea typeface="+mn-ea"/>
            <a:cs typeface="+mn-cs"/>
          </a:endParaRPr>
        </a:p>
      </dgm:t>
    </dgm:pt>
    <dgm:pt modelId="{3AF27CD5-6EC2-48D5-8809-506FDEC57897}" type="parTrans" cxnId="{4661A9E7-5CE2-4892-807D-3B8B09395658}">
      <dgm:prSet/>
      <dgm:spPr/>
      <dgm:t>
        <a:bodyPr/>
        <a:lstStyle/>
        <a:p>
          <a:endParaRPr lang="en-US"/>
        </a:p>
      </dgm:t>
    </dgm:pt>
    <dgm:pt modelId="{801306E0-FDCF-4F7B-8C67-6E6FC21D6240}" type="sibTrans" cxnId="{4661A9E7-5CE2-4892-807D-3B8B09395658}">
      <dgm:prSet/>
      <dgm:spPr/>
      <dgm:t>
        <a:bodyPr/>
        <a:lstStyle/>
        <a:p>
          <a:endParaRPr lang="en-US"/>
        </a:p>
      </dgm:t>
    </dgm:pt>
    <dgm:pt modelId="{6EF1F4D6-E6C6-4926-A765-FADD61263E44}">
      <dgm:prSet phldr="0" custT="1"/>
      <dgm:spPr/>
      <dgm:t>
        <a:bodyPr/>
        <a:lstStyle/>
        <a:p>
          <a:pPr algn="l" rtl="0">
            <a:lnSpc>
              <a:spcPct val="90000"/>
            </a:lnSpc>
          </a:pPr>
          <a:r>
            <a:rPr lang="en-US" sz="1200">
              <a:solidFill>
                <a:srgbClr val="000000"/>
              </a:solidFill>
              <a:latin typeface="Calibri"/>
              <a:ea typeface="+mn-ea"/>
              <a:cs typeface="+mn-cs"/>
            </a:rPr>
            <a:t>Project Risks &amp; Opportunities</a:t>
          </a:r>
          <a:endParaRPr lang="en-US" sz="1200">
            <a:solidFill>
              <a:srgbClr val="1C1C1C"/>
            </a:solidFill>
            <a:latin typeface="Calibri"/>
            <a:ea typeface="+mn-ea"/>
            <a:cs typeface="+mn-cs"/>
          </a:endParaRPr>
        </a:p>
      </dgm:t>
    </dgm:pt>
    <dgm:pt modelId="{D39EB4DE-10BA-4BE7-AF15-D6EE32410361}" type="parTrans" cxnId="{BCD528DA-84AF-494C-A905-FDFD12F7A446}">
      <dgm:prSet/>
      <dgm:spPr/>
      <dgm:t>
        <a:bodyPr/>
        <a:lstStyle/>
        <a:p>
          <a:endParaRPr lang="en-US"/>
        </a:p>
      </dgm:t>
    </dgm:pt>
    <dgm:pt modelId="{DA649E75-47FB-4893-9A7D-0C2B2B01DA4E}" type="sibTrans" cxnId="{BCD528DA-84AF-494C-A905-FDFD12F7A446}">
      <dgm:prSet/>
      <dgm:spPr/>
      <dgm:t>
        <a:bodyPr/>
        <a:lstStyle/>
        <a:p>
          <a:endParaRPr lang="en-US"/>
        </a:p>
      </dgm:t>
    </dgm:pt>
    <dgm:pt modelId="{5F39427C-5B7B-4C32-961E-E3517A18DDE6}">
      <dgm:prSet phldr="0" custT="1"/>
      <dgm:spPr/>
      <dgm:t>
        <a:bodyPr/>
        <a:lstStyle/>
        <a:p>
          <a:pPr algn="l" rtl="0">
            <a:lnSpc>
              <a:spcPct val="90000"/>
            </a:lnSpc>
          </a:pPr>
          <a:r>
            <a:rPr lang="en-US" sz="1200">
              <a:solidFill>
                <a:srgbClr val="1C1C1C"/>
              </a:solidFill>
              <a:latin typeface="Calibri"/>
              <a:ea typeface="+mn-ea"/>
              <a:cs typeface="Arial"/>
            </a:rPr>
            <a:t>Engineering Status</a:t>
          </a:r>
        </a:p>
      </dgm:t>
    </dgm:pt>
    <dgm:pt modelId="{455F06F1-42C9-4541-AD8A-878F36CCE058}" type="parTrans" cxnId="{8F384165-6261-45E0-BE7A-FBE4A8795D1E}">
      <dgm:prSet/>
      <dgm:spPr/>
      <dgm:t>
        <a:bodyPr/>
        <a:lstStyle/>
        <a:p>
          <a:endParaRPr lang="en-US"/>
        </a:p>
      </dgm:t>
    </dgm:pt>
    <dgm:pt modelId="{B1E9A0E0-D621-4DA7-9252-871E7F102963}" type="sibTrans" cxnId="{8F384165-6261-45E0-BE7A-FBE4A8795D1E}">
      <dgm:prSet/>
      <dgm:spPr/>
      <dgm:t>
        <a:bodyPr/>
        <a:lstStyle/>
        <a:p>
          <a:endParaRPr lang="en-US"/>
        </a:p>
      </dgm:t>
    </dgm:pt>
    <dgm:pt modelId="{3D825696-DBD1-4AFA-A0AC-40474F883419}">
      <dgm:prSet phldr="0" custT="1"/>
      <dgm:spPr/>
      <dgm:t>
        <a:bodyPr/>
        <a:lstStyle/>
        <a:p>
          <a:pPr algn="l" rtl="0">
            <a:lnSpc>
              <a:spcPct val="90000"/>
            </a:lnSpc>
          </a:pPr>
          <a:r>
            <a:rPr lang="en-US" sz="1200">
              <a:solidFill>
                <a:srgbClr val="1C1C1C"/>
              </a:solidFill>
              <a:latin typeface="Calibri"/>
              <a:ea typeface="+mn-ea"/>
              <a:cs typeface="Arial"/>
            </a:rPr>
            <a:t>Subcontractors</a:t>
          </a:r>
        </a:p>
      </dgm:t>
    </dgm:pt>
    <dgm:pt modelId="{2F3D06AF-0E82-41ED-B858-75DE5C84973B}" type="parTrans" cxnId="{8993E6C4-BE28-459F-9490-E9F61143BFA6}">
      <dgm:prSet/>
      <dgm:spPr/>
      <dgm:t>
        <a:bodyPr/>
        <a:lstStyle/>
        <a:p>
          <a:endParaRPr lang="en-US"/>
        </a:p>
      </dgm:t>
    </dgm:pt>
    <dgm:pt modelId="{7622CA5D-272F-450B-A683-0A2550AF2B5C}" type="sibTrans" cxnId="{8993E6C4-BE28-459F-9490-E9F61143BFA6}">
      <dgm:prSet/>
      <dgm:spPr/>
      <dgm:t>
        <a:bodyPr/>
        <a:lstStyle/>
        <a:p>
          <a:endParaRPr lang="en-US"/>
        </a:p>
      </dgm:t>
    </dgm:pt>
    <dgm:pt modelId="{10AC7B74-B779-4114-891F-37429B9F6135}">
      <dgm:prSet phldr="0" custT="1"/>
      <dgm:spPr/>
      <dgm:t>
        <a:bodyPr/>
        <a:lstStyle/>
        <a:p>
          <a:pPr algn="l" rtl="0">
            <a:lnSpc>
              <a:spcPct val="90000"/>
            </a:lnSpc>
          </a:pPr>
          <a:r>
            <a:rPr lang="en-US" sz="1200">
              <a:solidFill>
                <a:srgbClr val="1C1C1C"/>
              </a:solidFill>
              <a:latin typeface="Calibri"/>
              <a:ea typeface="+mn-ea"/>
              <a:cs typeface="Arial"/>
            </a:rPr>
            <a:t>Team Goals</a:t>
          </a:r>
        </a:p>
      </dgm:t>
    </dgm:pt>
    <dgm:pt modelId="{BAAE05E4-34AC-4FD1-97F7-1550D37E7D2F}" type="parTrans" cxnId="{3638602B-3ABF-4F76-8BE3-69F188EF7050}">
      <dgm:prSet/>
      <dgm:spPr/>
      <dgm:t>
        <a:bodyPr/>
        <a:lstStyle/>
        <a:p>
          <a:endParaRPr lang="en-US"/>
        </a:p>
      </dgm:t>
    </dgm:pt>
    <dgm:pt modelId="{AA5D84D3-3BC8-4FF0-A996-718825B8524C}" type="sibTrans" cxnId="{3638602B-3ABF-4F76-8BE3-69F188EF7050}">
      <dgm:prSet/>
      <dgm:spPr/>
      <dgm:t>
        <a:bodyPr/>
        <a:lstStyle/>
        <a:p>
          <a:endParaRPr lang="en-US"/>
        </a:p>
      </dgm:t>
    </dgm:pt>
    <dgm:pt modelId="{6570F765-EF88-4817-A597-5F5EF0960066}">
      <dgm:prSet phldr="0" custT="1"/>
      <dgm:spPr/>
      <dgm:t>
        <a:bodyPr/>
        <a:lstStyle/>
        <a:p>
          <a:pPr algn="l" rtl="0">
            <a:lnSpc>
              <a:spcPct val="90000"/>
            </a:lnSpc>
          </a:pPr>
          <a:r>
            <a:rPr lang="en-US" sz="1200">
              <a:solidFill>
                <a:srgbClr val="1C1C1C"/>
              </a:solidFill>
              <a:latin typeface="Calibri"/>
              <a:ea typeface="+mn-ea"/>
              <a:cs typeface="Arial"/>
            </a:rPr>
            <a:t>Procore / Communications</a:t>
          </a:r>
        </a:p>
      </dgm:t>
    </dgm:pt>
    <dgm:pt modelId="{EA640A95-2469-40C8-B408-C104B7A79C46}" type="parTrans" cxnId="{A285DF94-A968-44D8-B59F-B35DAC809C24}">
      <dgm:prSet/>
      <dgm:spPr/>
      <dgm:t>
        <a:bodyPr/>
        <a:lstStyle/>
        <a:p>
          <a:endParaRPr lang="en-US"/>
        </a:p>
      </dgm:t>
    </dgm:pt>
    <dgm:pt modelId="{5138E32B-5C7C-4356-8F8F-662FFE6967D9}" type="sibTrans" cxnId="{A285DF94-A968-44D8-B59F-B35DAC809C24}">
      <dgm:prSet/>
      <dgm:spPr/>
      <dgm:t>
        <a:bodyPr/>
        <a:lstStyle/>
        <a:p>
          <a:endParaRPr lang="en-US"/>
        </a:p>
      </dgm:t>
    </dgm:pt>
    <dgm:pt modelId="{B66440DC-7105-43BD-950B-4FC480739107}">
      <dgm:prSet phldr="0" custT="1"/>
      <dgm:spPr/>
      <dgm:t>
        <a:bodyPr/>
        <a:lstStyle/>
        <a:p>
          <a:pPr algn="l" rtl="0">
            <a:lnSpc>
              <a:spcPct val="90000"/>
            </a:lnSpc>
          </a:pPr>
          <a:r>
            <a:rPr lang="en-US" sz="1200">
              <a:solidFill>
                <a:srgbClr val="1C1C1C"/>
              </a:solidFill>
              <a:latin typeface="Calibri"/>
              <a:ea typeface="+mn-ea"/>
              <a:cs typeface="Arial"/>
            </a:rPr>
            <a:t>Quality Management</a:t>
          </a:r>
        </a:p>
      </dgm:t>
    </dgm:pt>
    <dgm:pt modelId="{9AA5B334-3936-4969-A00A-10059B158596}" type="parTrans" cxnId="{A23E47F3-17C8-40C4-97A1-286E85C9B375}">
      <dgm:prSet/>
      <dgm:spPr/>
      <dgm:t>
        <a:bodyPr/>
        <a:lstStyle/>
        <a:p>
          <a:endParaRPr lang="en-US"/>
        </a:p>
      </dgm:t>
    </dgm:pt>
    <dgm:pt modelId="{F0ECB647-B2EA-4DA2-B3FA-3CC13CB211DD}" type="sibTrans" cxnId="{A23E47F3-17C8-40C4-97A1-286E85C9B375}">
      <dgm:prSet/>
      <dgm:spPr/>
      <dgm:t>
        <a:bodyPr/>
        <a:lstStyle/>
        <a:p>
          <a:endParaRPr lang="en-US"/>
        </a:p>
      </dgm:t>
    </dgm:pt>
    <dgm:pt modelId="{9C4E352F-FE24-476A-A15B-A7734A892A25}">
      <dgm:prSet phldr="0" custT="1"/>
      <dgm:spPr/>
      <dgm:t>
        <a:bodyPr/>
        <a:lstStyle/>
        <a:p>
          <a:pPr algn="l" rtl="0">
            <a:lnSpc>
              <a:spcPct val="90000"/>
            </a:lnSpc>
          </a:pPr>
          <a:r>
            <a:rPr lang="en-US" sz="1200">
              <a:solidFill>
                <a:srgbClr val="1C1C1C"/>
              </a:solidFill>
              <a:latin typeface="Calibri"/>
              <a:ea typeface="+mn-ea"/>
              <a:cs typeface="Arial"/>
            </a:rPr>
            <a:t>Logistics Management</a:t>
          </a:r>
        </a:p>
      </dgm:t>
    </dgm:pt>
    <dgm:pt modelId="{04BEF529-934E-4AA8-ACAF-4DD5C54109ED}" type="parTrans" cxnId="{C669E657-BFEA-4092-8448-EFC8E56E52F4}">
      <dgm:prSet/>
      <dgm:spPr/>
      <dgm:t>
        <a:bodyPr/>
        <a:lstStyle/>
        <a:p>
          <a:endParaRPr lang="en-US"/>
        </a:p>
      </dgm:t>
    </dgm:pt>
    <dgm:pt modelId="{9000FE63-EE5A-4049-AEF3-75B1DB4F43E7}" type="sibTrans" cxnId="{C669E657-BFEA-4092-8448-EFC8E56E52F4}">
      <dgm:prSet/>
      <dgm:spPr/>
      <dgm:t>
        <a:bodyPr/>
        <a:lstStyle/>
        <a:p>
          <a:endParaRPr lang="en-US"/>
        </a:p>
      </dgm:t>
    </dgm:pt>
    <dgm:pt modelId="{5A144CB2-5A7B-425B-8B4E-CD8E6CCFF695}">
      <dgm:prSet phldr="0" custT="1"/>
      <dgm:spPr/>
      <dgm:t>
        <a:bodyPr/>
        <a:lstStyle/>
        <a:p>
          <a:pPr algn="l" rtl="0">
            <a:lnSpc>
              <a:spcPct val="90000"/>
            </a:lnSpc>
          </a:pPr>
          <a:r>
            <a:rPr lang="en-US" sz="1200">
              <a:solidFill>
                <a:srgbClr val="1C1C1C"/>
              </a:solidFill>
              <a:latin typeface="Calibri"/>
              <a:ea typeface="+mn-ea"/>
              <a:cs typeface="Arial"/>
            </a:rPr>
            <a:t>Construction Management Review</a:t>
          </a:r>
        </a:p>
      </dgm:t>
    </dgm:pt>
    <dgm:pt modelId="{8F05E6DB-E251-4DFE-BEF7-7DCBDE2CF045}" type="parTrans" cxnId="{1341F32A-C82D-49AE-93F7-BA35C971DE1B}">
      <dgm:prSet/>
      <dgm:spPr/>
      <dgm:t>
        <a:bodyPr/>
        <a:lstStyle/>
        <a:p>
          <a:endParaRPr lang="en-US"/>
        </a:p>
      </dgm:t>
    </dgm:pt>
    <dgm:pt modelId="{41FF3D9D-3F60-4CB7-B811-D2FBB9EF177A}" type="sibTrans" cxnId="{1341F32A-C82D-49AE-93F7-BA35C971DE1B}">
      <dgm:prSet/>
      <dgm:spPr/>
      <dgm:t>
        <a:bodyPr/>
        <a:lstStyle/>
        <a:p>
          <a:endParaRPr lang="en-US"/>
        </a:p>
      </dgm:t>
    </dgm:pt>
    <dgm:pt modelId="{3141541E-71AE-48E3-A66D-1FB3422011D7}">
      <dgm:prSet phldr="0" custT="1"/>
      <dgm:spPr/>
      <dgm:t>
        <a:bodyPr/>
        <a:lstStyle/>
        <a:p>
          <a:pPr algn="l" rtl="0">
            <a:lnSpc>
              <a:spcPct val="90000"/>
            </a:lnSpc>
          </a:pPr>
          <a:r>
            <a:rPr lang="en-US" sz="1200">
              <a:solidFill>
                <a:srgbClr val="1C1C1C"/>
              </a:solidFill>
              <a:latin typeface="Calibri"/>
              <a:ea typeface="+mn-ea"/>
              <a:cs typeface="Arial"/>
            </a:rPr>
            <a:t>High Voltage</a:t>
          </a:r>
        </a:p>
      </dgm:t>
    </dgm:pt>
    <dgm:pt modelId="{D9B6CC9E-2782-465C-ABD3-469611A46E84}" type="parTrans" cxnId="{933411A0-2730-428B-AFAA-CF89808CC2BE}">
      <dgm:prSet/>
      <dgm:spPr/>
      <dgm:t>
        <a:bodyPr/>
        <a:lstStyle/>
        <a:p>
          <a:endParaRPr lang="en-US"/>
        </a:p>
      </dgm:t>
    </dgm:pt>
    <dgm:pt modelId="{B4E8E541-FE14-4F90-875B-B8EAA562373E}" type="sibTrans" cxnId="{933411A0-2730-428B-AFAA-CF89808CC2BE}">
      <dgm:prSet/>
      <dgm:spPr/>
      <dgm:t>
        <a:bodyPr/>
        <a:lstStyle/>
        <a:p>
          <a:endParaRPr lang="en-US"/>
        </a:p>
      </dgm:t>
    </dgm:pt>
    <dgm:pt modelId="{34CC7435-02F4-47A9-8C80-72774D3F8E49}">
      <dgm:prSet phldr="0" custT="1"/>
      <dgm:spPr/>
      <dgm:t>
        <a:bodyPr/>
        <a:lstStyle/>
        <a:p>
          <a:pPr algn="l" rtl="0">
            <a:lnSpc>
              <a:spcPct val="90000"/>
            </a:lnSpc>
          </a:pPr>
          <a:r>
            <a:rPr lang="en-US" sz="1200">
              <a:solidFill>
                <a:srgbClr val="1C1C1C"/>
              </a:solidFill>
              <a:latin typeface="Calibri"/>
              <a:ea typeface="+mn-ea"/>
              <a:cs typeface="Arial"/>
            </a:rPr>
            <a:t>Environmental Compliance</a:t>
          </a:r>
        </a:p>
      </dgm:t>
    </dgm:pt>
    <dgm:pt modelId="{A131E8AD-AF3E-4845-B1CC-856070919589}" type="parTrans" cxnId="{ED5AF5D1-F2AB-4DC5-94BA-64465502B71F}">
      <dgm:prSet/>
      <dgm:spPr/>
      <dgm:t>
        <a:bodyPr/>
        <a:lstStyle/>
        <a:p>
          <a:endParaRPr lang="en-US"/>
        </a:p>
      </dgm:t>
    </dgm:pt>
    <dgm:pt modelId="{A3BF9803-A5AC-4F50-9FB3-956A2DAB87FF}" type="sibTrans" cxnId="{ED5AF5D1-F2AB-4DC5-94BA-64465502B71F}">
      <dgm:prSet/>
      <dgm:spPr/>
      <dgm:t>
        <a:bodyPr/>
        <a:lstStyle/>
        <a:p>
          <a:endParaRPr lang="en-US"/>
        </a:p>
      </dgm:t>
    </dgm:pt>
    <dgm:pt modelId="{2831766E-115C-4C1C-9379-BA6549A77366}">
      <dgm:prSet phldr="0" custT="1"/>
      <dgm:spPr/>
      <dgm:t>
        <a:bodyPr/>
        <a:lstStyle/>
        <a:p>
          <a:pPr algn="l" rtl="0">
            <a:lnSpc>
              <a:spcPct val="90000"/>
            </a:lnSpc>
          </a:pPr>
          <a:r>
            <a:rPr lang="en-US" sz="1200">
              <a:solidFill>
                <a:srgbClr val="1C1C1C"/>
              </a:solidFill>
              <a:latin typeface="Calibri"/>
              <a:ea typeface="+mn-ea"/>
              <a:cs typeface="Arial"/>
            </a:rPr>
            <a:t>Commissioning Overview</a:t>
          </a:r>
        </a:p>
      </dgm:t>
    </dgm:pt>
    <dgm:pt modelId="{517CBA29-B947-4CA6-B4DD-73A0E577FE09}" type="parTrans" cxnId="{12280C8D-3E25-41F8-AB37-C5359FA805AE}">
      <dgm:prSet/>
      <dgm:spPr/>
      <dgm:t>
        <a:bodyPr/>
        <a:lstStyle/>
        <a:p>
          <a:endParaRPr lang="en-US"/>
        </a:p>
      </dgm:t>
    </dgm:pt>
    <dgm:pt modelId="{97B41D2D-28A4-4D4B-B273-61FF606D0853}" type="sibTrans" cxnId="{12280C8D-3E25-41F8-AB37-C5359FA805AE}">
      <dgm:prSet/>
      <dgm:spPr/>
      <dgm:t>
        <a:bodyPr/>
        <a:lstStyle/>
        <a:p>
          <a:endParaRPr lang="en-US"/>
        </a:p>
      </dgm:t>
    </dgm:pt>
    <dgm:pt modelId="{2D003747-2A65-417B-8529-5FA7C2BFC00B}" type="pres">
      <dgm:prSet presAssocID="{93E1E2BF-FAE6-47F0-B423-E4F578717908}" presName="linear" presStyleCnt="0">
        <dgm:presLayoutVars>
          <dgm:dir/>
          <dgm:animLvl val="lvl"/>
          <dgm:resizeHandles val="exact"/>
        </dgm:presLayoutVars>
      </dgm:prSet>
      <dgm:spPr/>
    </dgm:pt>
    <dgm:pt modelId="{46AC14BD-4606-4875-A5CB-5651AB464720}" type="pres">
      <dgm:prSet presAssocID="{EA983918-0DE5-44C6-83BF-8D01C389BE7A}" presName="parentLin" presStyleCnt="0"/>
      <dgm:spPr/>
    </dgm:pt>
    <dgm:pt modelId="{76C93CC6-F9AC-48A8-A1AD-058F60EA37DA}" type="pres">
      <dgm:prSet presAssocID="{EA983918-0DE5-44C6-83BF-8D01C389BE7A}" presName="parentLeftMargin" presStyleLbl="node1" presStyleIdx="0" presStyleCnt="19"/>
      <dgm:spPr/>
    </dgm:pt>
    <dgm:pt modelId="{8BA5D859-B671-47E2-8097-6B39C0740832}" type="pres">
      <dgm:prSet presAssocID="{EA983918-0DE5-44C6-83BF-8D01C389BE7A}" presName="parentText" presStyleLbl="node1" presStyleIdx="0" presStyleCnt="19">
        <dgm:presLayoutVars>
          <dgm:chMax val="0"/>
          <dgm:bulletEnabled val="1"/>
        </dgm:presLayoutVars>
      </dgm:prSet>
      <dgm:spPr/>
    </dgm:pt>
    <dgm:pt modelId="{0ECB39BA-A7B6-423E-B7A2-52F2E5204FDA}" type="pres">
      <dgm:prSet presAssocID="{EA983918-0DE5-44C6-83BF-8D01C389BE7A}" presName="negativeSpace" presStyleCnt="0"/>
      <dgm:spPr/>
    </dgm:pt>
    <dgm:pt modelId="{4056CDFB-D30E-4A30-AF33-E4A2DB500954}" type="pres">
      <dgm:prSet presAssocID="{EA983918-0DE5-44C6-83BF-8D01C389BE7A}" presName="childText" presStyleLbl="conFgAcc1" presStyleIdx="0" presStyleCnt="19">
        <dgm:presLayoutVars>
          <dgm:bulletEnabled val="1"/>
        </dgm:presLayoutVars>
      </dgm:prSet>
      <dgm:spPr/>
    </dgm:pt>
    <dgm:pt modelId="{D8E6082D-0256-4D13-BD74-A3AFDEB8C2F8}" type="pres">
      <dgm:prSet presAssocID="{FCAC7AC9-F1C3-4BB8-A095-D47CD347DEC3}" presName="spaceBetweenRectangles" presStyleCnt="0"/>
      <dgm:spPr/>
    </dgm:pt>
    <dgm:pt modelId="{21EB4478-42F7-4896-92A7-21D909B77C03}" type="pres">
      <dgm:prSet presAssocID="{15A85055-D927-459E-8DC5-AB83622342D1}" presName="parentLin" presStyleCnt="0"/>
      <dgm:spPr/>
    </dgm:pt>
    <dgm:pt modelId="{B9FC867B-2186-4F5B-878D-A4BD75664AF6}" type="pres">
      <dgm:prSet presAssocID="{15A85055-D927-459E-8DC5-AB83622342D1}" presName="parentLeftMargin" presStyleLbl="node1" presStyleIdx="0" presStyleCnt="19"/>
      <dgm:spPr/>
    </dgm:pt>
    <dgm:pt modelId="{46DB6FF3-D329-4C93-B22B-65A283806062}" type="pres">
      <dgm:prSet presAssocID="{15A85055-D927-459E-8DC5-AB83622342D1}" presName="parentText" presStyleLbl="node1" presStyleIdx="1" presStyleCnt="19">
        <dgm:presLayoutVars>
          <dgm:chMax val="0"/>
          <dgm:bulletEnabled val="1"/>
        </dgm:presLayoutVars>
      </dgm:prSet>
      <dgm:spPr/>
    </dgm:pt>
    <dgm:pt modelId="{3A68159B-E237-414D-A9B3-C881190B3E35}" type="pres">
      <dgm:prSet presAssocID="{15A85055-D927-459E-8DC5-AB83622342D1}" presName="negativeSpace" presStyleCnt="0"/>
      <dgm:spPr/>
    </dgm:pt>
    <dgm:pt modelId="{F7B2B833-D1F0-473A-8696-41BB6C63BB0F}" type="pres">
      <dgm:prSet presAssocID="{15A85055-D927-459E-8DC5-AB83622342D1}" presName="childText" presStyleLbl="conFgAcc1" presStyleIdx="1" presStyleCnt="19">
        <dgm:presLayoutVars>
          <dgm:bulletEnabled val="1"/>
        </dgm:presLayoutVars>
      </dgm:prSet>
      <dgm:spPr/>
    </dgm:pt>
    <dgm:pt modelId="{C1E89520-81DD-42BE-A701-5C92963610AD}" type="pres">
      <dgm:prSet presAssocID="{A3386DE0-B7B8-4162-BDBF-6981A6E34CF5}" presName="spaceBetweenRectangles" presStyleCnt="0"/>
      <dgm:spPr/>
    </dgm:pt>
    <dgm:pt modelId="{EA0BE5C2-FF6B-46AD-BE70-26F1B626A451}" type="pres">
      <dgm:prSet presAssocID="{6C9523F6-B05F-464F-B374-9182308F6367}" presName="parentLin" presStyleCnt="0"/>
      <dgm:spPr/>
    </dgm:pt>
    <dgm:pt modelId="{61C40B97-766E-485C-8E63-779A1957F6AF}" type="pres">
      <dgm:prSet presAssocID="{6C9523F6-B05F-464F-B374-9182308F6367}" presName="parentLeftMargin" presStyleLbl="node1" presStyleIdx="1" presStyleCnt="19"/>
      <dgm:spPr/>
    </dgm:pt>
    <dgm:pt modelId="{A76973DE-2DC8-45B9-B265-F30A86D0D0E5}" type="pres">
      <dgm:prSet presAssocID="{6C9523F6-B05F-464F-B374-9182308F6367}" presName="parentText" presStyleLbl="node1" presStyleIdx="2" presStyleCnt="19">
        <dgm:presLayoutVars>
          <dgm:chMax val="0"/>
          <dgm:bulletEnabled val="1"/>
        </dgm:presLayoutVars>
      </dgm:prSet>
      <dgm:spPr/>
    </dgm:pt>
    <dgm:pt modelId="{0B6254FD-36AC-408E-90E1-491562B09DCF}" type="pres">
      <dgm:prSet presAssocID="{6C9523F6-B05F-464F-B374-9182308F6367}" presName="negativeSpace" presStyleCnt="0"/>
      <dgm:spPr/>
    </dgm:pt>
    <dgm:pt modelId="{842D9D25-DB30-4C0F-876A-3FF33C05EB56}" type="pres">
      <dgm:prSet presAssocID="{6C9523F6-B05F-464F-B374-9182308F6367}" presName="childText" presStyleLbl="conFgAcc1" presStyleIdx="2" presStyleCnt="19">
        <dgm:presLayoutVars>
          <dgm:bulletEnabled val="1"/>
        </dgm:presLayoutVars>
      </dgm:prSet>
      <dgm:spPr/>
    </dgm:pt>
    <dgm:pt modelId="{76DA022D-9758-42AC-9CFD-42F8E8DBF394}" type="pres">
      <dgm:prSet presAssocID="{8CFE5B7D-9F4D-4C19-89DF-7ADAD2BD60CE}" presName="spaceBetweenRectangles" presStyleCnt="0"/>
      <dgm:spPr/>
    </dgm:pt>
    <dgm:pt modelId="{6A044B1A-73E8-4A75-AA94-6A213B15494B}" type="pres">
      <dgm:prSet presAssocID="{0B9BC23B-B11C-46A5-A9A8-FB700C0A12CD}" presName="parentLin" presStyleCnt="0"/>
      <dgm:spPr/>
    </dgm:pt>
    <dgm:pt modelId="{ABF4BD31-71B9-4445-B930-91453C628275}" type="pres">
      <dgm:prSet presAssocID="{0B9BC23B-B11C-46A5-A9A8-FB700C0A12CD}" presName="parentLeftMargin" presStyleLbl="node1" presStyleIdx="2" presStyleCnt="19"/>
      <dgm:spPr/>
    </dgm:pt>
    <dgm:pt modelId="{36088422-7BFA-44CE-8C2C-FB72AECDAA55}" type="pres">
      <dgm:prSet presAssocID="{0B9BC23B-B11C-46A5-A9A8-FB700C0A12CD}" presName="parentText" presStyleLbl="node1" presStyleIdx="3" presStyleCnt="19">
        <dgm:presLayoutVars>
          <dgm:chMax val="0"/>
          <dgm:bulletEnabled val="1"/>
        </dgm:presLayoutVars>
      </dgm:prSet>
      <dgm:spPr/>
    </dgm:pt>
    <dgm:pt modelId="{FC1250F5-1935-400F-B564-6F4BA380CCE7}" type="pres">
      <dgm:prSet presAssocID="{0B9BC23B-B11C-46A5-A9A8-FB700C0A12CD}" presName="negativeSpace" presStyleCnt="0"/>
      <dgm:spPr/>
    </dgm:pt>
    <dgm:pt modelId="{A79EE709-8A78-40B6-8420-B97912518428}" type="pres">
      <dgm:prSet presAssocID="{0B9BC23B-B11C-46A5-A9A8-FB700C0A12CD}" presName="childText" presStyleLbl="conFgAcc1" presStyleIdx="3" presStyleCnt="19">
        <dgm:presLayoutVars>
          <dgm:bulletEnabled val="1"/>
        </dgm:presLayoutVars>
      </dgm:prSet>
      <dgm:spPr/>
    </dgm:pt>
    <dgm:pt modelId="{D9D73A59-83AF-4168-98F2-E6106C9786A7}" type="pres">
      <dgm:prSet presAssocID="{13DEED91-136E-4AB0-AB98-1F45BF22AADE}" presName="spaceBetweenRectangles" presStyleCnt="0"/>
      <dgm:spPr/>
    </dgm:pt>
    <dgm:pt modelId="{D90B0931-6741-40C7-812E-2DBAC156044A}" type="pres">
      <dgm:prSet presAssocID="{A19E73F6-10DD-4422-96B6-100CD3886283}" presName="parentLin" presStyleCnt="0"/>
      <dgm:spPr/>
    </dgm:pt>
    <dgm:pt modelId="{1340D03C-EFAA-41C8-874B-A2F2D63EC4C1}" type="pres">
      <dgm:prSet presAssocID="{A19E73F6-10DD-4422-96B6-100CD3886283}" presName="parentLeftMargin" presStyleLbl="node1" presStyleIdx="3" presStyleCnt="19"/>
      <dgm:spPr/>
    </dgm:pt>
    <dgm:pt modelId="{30AA1C8F-85EC-4652-BFFA-A21BB146BA4D}" type="pres">
      <dgm:prSet presAssocID="{A19E73F6-10DD-4422-96B6-100CD3886283}" presName="parentText" presStyleLbl="node1" presStyleIdx="4" presStyleCnt="19">
        <dgm:presLayoutVars>
          <dgm:chMax val="0"/>
          <dgm:bulletEnabled val="1"/>
        </dgm:presLayoutVars>
      </dgm:prSet>
      <dgm:spPr/>
    </dgm:pt>
    <dgm:pt modelId="{D78F9CC0-1F2B-4EF3-AFD7-E3FC6C1528B3}" type="pres">
      <dgm:prSet presAssocID="{A19E73F6-10DD-4422-96B6-100CD3886283}" presName="negativeSpace" presStyleCnt="0"/>
      <dgm:spPr/>
    </dgm:pt>
    <dgm:pt modelId="{B1EAF926-9073-4A73-B16B-32F1E67A1B4E}" type="pres">
      <dgm:prSet presAssocID="{A19E73F6-10DD-4422-96B6-100CD3886283}" presName="childText" presStyleLbl="conFgAcc1" presStyleIdx="4" presStyleCnt="19">
        <dgm:presLayoutVars>
          <dgm:bulletEnabled val="1"/>
        </dgm:presLayoutVars>
      </dgm:prSet>
      <dgm:spPr/>
    </dgm:pt>
    <dgm:pt modelId="{AEF8045B-B611-4881-A841-900C6E4C58AC}" type="pres">
      <dgm:prSet presAssocID="{430EEBCB-3E47-4120-8199-46F41510E0CB}" presName="spaceBetweenRectangles" presStyleCnt="0"/>
      <dgm:spPr/>
    </dgm:pt>
    <dgm:pt modelId="{0ED6F2F3-81F2-4B42-8152-FC1960530626}" type="pres">
      <dgm:prSet presAssocID="{6C78F584-38F6-421E-9F7E-AEE3D5440496}" presName="parentLin" presStyleCnt="0"/>
      <dgm:spPr/>
    </dgm:pt>
    <dgm:pt modelId="{7BA62200-9173-4D7E-A040-017664924F68}" type="pres">
      <dgm:prSet presAssocID="{6C78F584-38F6-421E-9F7E-AEE3D5440496}" presName="parentLeftMargin" presStyleLbl="node1" presStyleIdx="4" presStyleCnt="19"/>
      <dgm:spPr/>
    </dgm:pt>
    <dgm:pt modelId="{24E1D86B-45B2-4D4D-8ADB-FFF0810D3F2C}" type="pres">
      <dgm:prSet presAssocID="{6C78F584-38F6-421E-9F7E-AEE3D5440496}" presName="parentText" presStyleLbl="node1" presStyleIdx="5" presStyleCnt="19">
        <dgm:presLayoutVars>
          <dgm:chMax val="0"/>
          <dgm:bulletEnabled val="1"/>
        </dgm:presLayoutVars>
      </dgm:prSet>
      <dgm:spPr/>
    </dgm:pt>
    <dgm:pt modelId="{19E973F3-2BA0-4F94-ABE7-94EFCE5E8ECC}" type="pres">
      <dgm:prSet presAssocID="{6C78F584-38F6-421E-9F7E-AEE3D5440496}" presName="negativeSpace" presStyleCnt="0"/>
      <dgm:spPr/>
    </dgm:pt>
    <dgm:pt modelId="{8748771C-281E-4355-928D-4E829A5A2F42}" type="pres">
      <dgm:prSet presAssocID="{6C78F584-38F6-421E-9F7E-AEE3D5440496}" presName="childText" presStyleLbl="conFgAcc1" presStyleIdx="5" presStyleCnt="19">
        <dgm:presLayoutVars>
          <dgm:bulletEnabled val="1"/>
        </dgm:presLayoutVars>
      </dgm:prSet>
      <dgm:spPr/>
    </dgm:pt>
    <dgm:pt modelId="{BB970076-C0EE-4DAB-990E-4495E3F7F194}" type="pres">
      <dgm:prSet presAssocID="{DBC430D2-59FF-425C-BB69-BBC7740B879C}" presName="spaceBetweenRectangles" presStyleCnt="0"/>
      <dgm:spPr/>
    </dgm:pt>
    <dgm:pt modelId="{750C01FD-3753-4218-AFBC-F47B8FF14692}" type="pres">
      <dgm:prSet presAssocID="{FFA631AB-97BB-4B02-9D87-52B96105828D}" presName="parentLin" presStyleCnt="0"/>
      <dgm:spPr/>
    </dgm:pt>
    <dgm:pt modelId="{C5AF6099-EB31-4356-80F1-56AD1AB07FC8}" type="pres">
      <dgm:prSet presAssocID="{FFA631AB-97BB-4B02-9D87-52B96105828D}" presName="parentLeftMargin" presStyleLbl="node1" presStyleIdx="5" presStyleCnt="19"/>
      <dgm:spPr/>
    </dgm:pt>
    <dgm:pt modelId="{788E509C-BA5D-48A5-842F-01E8C9275A8E}" type="pres">
      <dgm:prSet presAssocID="{FFA631AB-97BB-4B02-9D87-52B96105828D}" presName="parentText" presStyleLbl="node1" presStyleIdx="6" presStyleCnt="19">
        <dgm:presLayoutVars>
          <dgm:chMax val="0"/>
          <dgm:bulletEnabled val="1"/>
        </dgm:presLayoutVars>
      </dgm:prSet>
      <dgm:spPr/>
    </dgm:pt>
    <dgm:pt modelId="{6B52BC81-564E-4623-B4B5-DD753035625A}" type="pres">
      <dgm:prSet presAssocID="{FFA631AB-97BB-4B02-9D87-52B96105828D}" presName="negativeSpace" presStyleCnt="0"/>
      <dgm:spPr/>
    </dgm:pt>
    <dgm:pt modelId="{2B6787FE-0594-48C6-B528-25F760814939}" type="pres">
      <dgm:prSet presAssocID="{FFA631AB-97BB-4B02-9D87-52B96105828D}" presName="childText" presStyleLbl="conFgAcc1" presStyleIdx="6" presStyleCnt="19">
        <dgm:presLayoutVars>
          <dgm:bulletEnabled val="1"/>
        </dgm:presLayoutVars>
      </dgm:prSet>
      <dgm:spPr/>
    </dgm:pt>
    <dgm:pt modelId="{64C98671-D3B4-44F0-A825-9ECDF082B50A}" type="pres">
      <dgm:prSet presAssocID="{801306E0-FDCF-4F7B-8C67-6E6FC21D6240}" presName="spaceBetweenRectangles" presStyleCnt="0"/>
      <dgm:spPr/>
    </dgm:pt>
    <dgm:pt modelId="{485DE4DB-2DD7-4854-AF0F-BEB750A526C5}" type="pres">
      <dgm:prSet presAssocID="{6EF1F4D6-E6C6-4926-A765-FADD61263E44}" presName="parentLin" presStyleCnt="0"/>
      <dgm:spPr/>
    </dgm:pt>
    <dgm:pt modelId="{94D5DD68-578E-4B9D-9DD0-DC39FCAE73CE}" type="pres">
      <dgm:prSet presAssocID="{6EF1F4D6-E6C6-4926-A765-FADD61263E44}" presName="parentLeftMargin" presStyleLbl="node1" presStyleIdx="6" presStyleCnt="19"/>
      <dgm:spPr/>
    </dgm:pt>
    <dgm:pt modelId="{0D5F5785-4261-45FC-A30C-441C711921C3}" type="pres">
      <dgm:prSet presAssocID="{6EF1F4D6-E6C6-4926-A765-FADD61263E44}" presName="parentText" presStyleLbl="node1" presStyleIdx="7" presStyleCnt="19">
        <dgm:presLayoutVars>
          <dgm:chMax val="0"/>
          <dgm:bulletEnabled val="1"/>
        </dgm:presLayoutVars>
      </dgm:prSet>
      <dgm:spPr/>
    </dgm:pt>
    <dgm:pt modelId="{497B3613-3D3A-4745-9E52-D2655641A664}" type="pres">
      <dgm:prSet presAssocID="{6EF1F4D6-E6C6-4926-A765-FADD61263E44}" presName="negativeSpace" presStyleCnt="0"/>
      <dgm:spPr/>
    </dgm:pt>
    <dgm:pt modelId="{C52C2F1B-BDBC-4907-B106-DAEC846E022B}" type="pres">
      <dgm:prSet presAssocID="{6EF1F4D6-E6C6-4926-A765-FADD61263E44}" presName="childText" presStyleLbl="conFgAcc1" presStyleIdx="7" presStyleCnt="19">
        <dgm:presLayoutVars>
          <dgm:bulletEnabled val="1"/>
        </dgm:presLayoutVars>
      </dgm:prSet>
      <dgm:spPr/>
    </dgm:pt>
    <dgm:pt modelId="{F0E316AB-96CA-4277-AC3B-CA988F43E5DE}" type="pres">
      <dgm:prSet presAssocID="{DA649E75-47FB-4893-9A7D-0C2B2B01DA4E}" presName="spaceBetweenRectangles" presStyleCnt="0"/>
      <dgm:spPr/>
    </dgm:pt>
    <dgm:pt modelId="{204376B2-3B11-4E21-B1E9-EFB2C836FEEB}" type="pres">
      <dgm:prSet presAssocID="{5F39427C-5B7B-4C32-961E-E3517A18DDE6}" presName="parentLin" presStyleCnt="0"/>
      <dgm:spPr/>
    </dgm:pt>
    <dgm:pt modelId="{1ABB8CB0-958B-476C-A637-1A12B0C8178A}" type="pres">
      <dgm:prSet presAssocID="{5F39427C-5B7B-4C32-961E-E3517A18DDE6}" presName="parentLeftMargin" presStyleLbl="node1" presStyleIdx="7" presStyleCnt="19"/>
      <dgm:spPr/>
    </dgm:pt>
    <dgm:pt modelId="{12D07F89-A6A6-4FB4-818F-E6F63FB72DDF}" type="pres">
      <dgm:prSet presAssocID="{5F39427C-5B7B-4C32-961E-E3517A18DDE6}" presName="parentText" presStyleLbl="node1" presStyleIdx="8" presStyleCnt="19">
        <dgm:presLayoutVars>
          <dgm:chMax val="0"/>
          <dgm:bulletEnabled val="1"/>
        </dgm:presLayoutVars>
      </dgm:prSet>
      <dgm:spPr/>
    </dgm:pt>
    <dgm:pt modelId="{24AA8384-D437-4D5A-A98A-E4AF715CBFB7}" type="pres">
      <dgm:prSet presAssocID="{5F39427C-5B7B-4C32-961E-E3517A18DDE6}" presName="negativeSpace" presStyleCnt="0"/>
      <dgm:spPr/>
    </dgm:pt>
    <dgm:pt modelId="{490D856C-373A-4123-A323-E1912CFFD24D}" type="pres">
      <dgm:prSet presAssocID="{5F39427C-5B7B-4C32-961E-E3517A18DDE6}" presName="childText" presStyleLbl="conFgAcc1" presStyleIdx="8" presStyleCnt="19">
        <dgm:presLayoutVars>
          <dgm:bulletEnabled val="1"/>
        </dgm:presLayoutVars>
      </dgm:prSet>
      <dgm:spPr/>
    </dgm:pt>
    <dgm:pt modelId="{E9C1BCC4-0213-4A23-90AE-08A605AE321D}" type="pres">
      <dgm:prSet presAssocID="{B1E9A0E0-D621-4DA7-9252-871E7F102963}" presName="spaceBetweenRectangles" presStyleCnt="0"/>
      <dgm:spPr/>
    </dgm:pt>
    <dgm:pt modelId="{67A616FB-EEA8-44CF-8B53-FF7CD1898530}" type="pres">
      <dgm:prSet presAssocID="{3D825696-DBD1-4AFA-A0AC-40474F883419}" presName="parentLin" presStyleCnt="0"/>
      <dgm:spPr/>
    </dgm:pt>
    <dgm:pt modelId="{D0298ED9-D5C6-401F-B00C-07901311C054}" type="pres">
      <dgm:prSet presAssocID="{3D825696-DBD1-4AFA-A0AC-40474F883419}" presName="parentLeftMargin" presStyleLbl="node1" presStyleIdx="8" presStyleCnt="19"/>
      <dgm:spPr/>
    </dgm:pt>
    <dgm:pt modelId="{02EDC510-DE27-4178-8E2B-5CDCFAE4C2DA}" type="pres">
      <dgm:prSet presAssocID="{3D825696-DBD1-4AFA-A0AC-40474F883419}" presName="parentText" presStyleLbl="node1" presStyleIdx="9" presStyleCnt="19">
        <dgm:presLayoutVars>
          <dgm:chMax val="0"/>
          <dgm:bulletEnabled val="1"/>
        </dgm:presLayoutVars>
      </dgm:prSet>
      <dgm:spPr/>
    </dgm:pt>
    <dgm:pt modelId="{B6FA496E-01CA-41F9-A187-EE5D600BB85F}" type="pres">
      <dgm:prSet presAssocID="{3D825696-DBD1-4AFA-A0AC-40474F883419}" presName="negativeSpace" presStyleCnt="0"/>
      <dgm:spPr/>
    </dgm:pt>
    <dgm:pt modelId="{9964BC7D-077B-4BDF-9934-8E1C32D45B40}" type="pres">
      <dgm:prSet presAssocID="{3D825696-DBD1-4AFA-A0AC-40474F883419}" presName="childText" presStyleLbl="conFgAcc1" presStyleIdx="9" presStyleCnt="19">
        <dgm:presLayoutVars>
          <dgm:bulletEnabled val="1"/>
        </dgm:presLayoutVars>
      </dgm:prSet>
      <dgm:spPr/>
    </dgm:pt>
    <dgm:pt modelId="{10CCB06A-4D9C-4F11-AA25-FEFE1203DB3F}" type="pres">
      <dgm:prSet presAssocID="{7622CA5D-272F-450B-A683-0A2550AF2B5C}" presName="spaceBetweenRectangles" presStyleCnt="0"/>
      <dgm:spPr/>
    </dgm:pt>
    <dgm:pt modelId="{A06AC1E7-6EEE-47FA-A47F-0325236295A9}" type="pres">
      <dgm:prSet presAssocID="{10AC7B74-B779-4114-891F-37429B9F6135}" presName="parentLin" presStyleCnt="0"/>
      <dgm:spPr/>
    </dgm:pt>
    <dgm:pt modelId="{0692B9DE-1275-4768-9496-7F1C902D8158}" type="pres">
      <dgm:prSet presAssocID="{10AC7B74-B779-4114-891F-37429B9F6135}" presName="parentLeftMargin" presStyleLbl="node1" presStyleIdx="9" presStyleCnt="19"/>
      <dgm:spPr/>
    </dgm:pt>
    <dgm:pt modelId="{E9BDEFE6-2AA9-4D99-8708-786C268A8D00}" type="pres">
      <dgm:prSet presAssocID="{10AC7B74-B779-4114-891F-37429B9F6135}" presName="parentText" presStyleLbl="node1" presStyleIdx="10" presStyleCnt="19">
        <dgm:presLayoutVars>
          <dgm:chMax val="0"/>
          <dgm:bulletEnabled val="1"/>
        </dgm:presLayoutVars>
      </dgm:prSet>
      <dgm:spPr/>
    </dgm:pt>
    <dgm:pt modelId="{E06960B2-9B63-4257-89BA-14DE5AA10FB7}" type="pres">
      <dgm:prSet presAssocID="{10AC7B74-B779-4114-891F-37429B9F6135}" presName="negativeSpace" presStyleCnt="0"/>
      <dgm:spPr/>
    </dgm:pt>
    <dgm:pt modelId="{795C62F2-514F-4016-9A1C-15AE42B6812C}" type="pres">
      <dgm:prSet presAssocID="{10AC7B74-B779-4114-891F-37429B9F6135}" presName="childText" presStyleLbl="conFgAcc1" presStyleIdx="10" presStyleCnt="19">
        <dgm:presLayoutVars>
          <dgm:bulletEnabled val="1"/>
        </dgm:presLayoutVars>
      </dgm:prSet>
      <dgm:spPr/>
    </dgm:pt>
    <dgm:pt modelId="{63D69A65-BB54-4311-AD58-D3D0EB0C9577}" type="pres">
      <dgm:prSet presAssocID="{AA5D84D3-3BC8-4FF0-A996-718825B8524C}" presName="spaceBetweenRectangles" presStyleCnt="0"/>
      <dgm:spPr/>
    </dgm:pt>
    <dgm:pt modelId="{A3A1AE26-3358-4963-A097-F4E24561B1E5}" type="pres">
      <dgm:prSet presAssocID="{6570F765-EF88-4817-A597-5F5EF0960066}" presName="parentLin" presStyleCnt="0"/>
      <dgm:spPr/>
    </dgm:pt>
    <dgm:pt modelId="{8D6449C0-9918-4890-A6EC-58CD6C7D3051}" type="pres">
      <dgm:prSet presAssocID="{6570F765-EF88-4817-A597-5F5EF0960066}" presName="parentLeftMargin" presStyleLbl="node1" presStyleIdx="10" presStyleCnt="19"/>
      <dgm:spPr/>
    </dgm:pt>
    <dgm:pt modelId="{A3EB6E2F-CE4B-4C03-9418-3B5EB8FD63C2}" type="pres">
      <dgm:prSet presAssocID="{6570F765-EF88-4817-A597-5F5EF0960066}" presName="parentText" presStyleLbl="node1" presStyleIdx="11" presStyleCnt="19">
        <dgm:presLayoutVars>
          <dgm:chMax val="0"/>
          <dgm:bulletEnabled val="1"/>
        </dgm:presLayoutVars>
      </dgm:prSet>
      <dgm:spPr/>
    </dgm:pt>
    <dgm:pt modelId="{D49E9B9B-B01B-4C31-9C25-E0CC7D18C8E2}" type="pres">
      <dgm:prSet presAssocID="{6570F765-EF88-4817-A597-5F5EF0960066}" presName="negativeSpace" presStyleCnt="0"/>
      <dgm:spPr/>
    </dgm:pt>
    <dgm:pt modelId="{79754CC1-DE08-46D9-8641-8974F1DF0269}" type="pres">
      <dgm:prSet presAssocID="{6570F765-EF88-4817-A597-5F5EF0960066}" presName="childText" presStyleLbl="conFgAcc1" presStyleIdx="11" presStyleCnt="19">
        <dgm:presLayoutVars>
          <dgm:bulletEnabled val="1"/>
        </dgm:presLayoutVars>
      </dgm:prSet>
      <dgm:spPr/>
    </dgm:pt>
    <dgm:pt modelId="{15C854F8-EEB1-4325-AB97-1A603448D751}" type="pres">
      <dgm:prSet presAssocID="{5138E32B-5C7C-4356-8F8F-662FFE6967D9}" presName="spaceBetweenRectangles" presStyleCnt="0"/>
      <dgm:spPr/>
    </dgm:pt>
    <dgm:pt modelId="{1613C804-A80E-4D27-844C-C981F0A4A039}" type="pres">
      <dgm:prSet presAssocID="{B66440DC-7105-43BD-950B-4FC480739107}" presName="parentLin" presStyleCnt="0"/>
      <dgm:spPr/>
    </dgm:pt>
    <dgm:pt modelId="{A2F667C8-1589-4315-B58F-0B0B206A01C9}" type="pres">
      <dgm:prSet presAssocID="{B66440DC-7105-43BD-950B-4FC480739107}" presName="parentLeftMargin" presStyleLbl="node1" presStyleIdx="11" presStyleCnt="19"/>
      <dgm:spPr/>
    </dgm:pt>
    <dgm:pt modelId="{042A80A1-5BD3-4027-AFBD-A3D8D08AA456}" type="pres">
      <dgm:prSet presAssocID="{B66440DC-7105-43BD-950B-4FC480739107}" presName="parentText" presStyleLbl="node1" presStyleIdx="12" presStyleCnt="19">
        <dgm:presLayoutVars>
          <dgm:chMax val="0"/>
          <dgm:bulletEnabled val="1"/>
        </dgm:presLayoutVars>
      </dgm:prSet>
      <dgm:spPr/>
    </dgm:pt>
    <dgm:pt modelId="{A48F88F5-A19B-4740-8A76-AD8EFACF541E}" type="pres">
      <dgm:prSet presAssocID="{B66440DC-7105-43BD-950B-4FC480739107}" presName="negativeSpace" presStyleCnt="0"/>
      <dgm:spPr/>
    </dgm:pt>
    <dgm:pt modelId="{589ABCE4-EDF8-414E-A91E-15457B56B0D1}" type="pres">
      <dgm:prSet presAssocID="{B66440DC-7105-43BD-950B-4FC480739107}" presName="childText" presStyleLbl="conFgAcc1" presStyleIdx="12" presStyleCnt="19">
        <dgm:presLayoutVars>
          <dgm:bulletEnabled val="1"/>
        </dgm:presLayoutVars>
      </dgm:prSet>
      <dgm:spPr/>
    </dgm:pt>
    <dgm:pt modelId="{494E109E-71F5-4255-AFF0-CFF38D44102D}" type="pres">
      <dgm:prSet presAssocID="{F0ECB647-B2EA-4DA2-B3FA-3CC13CB211DD}" presName="spaceBetweenRectangles" presStyleCnt="0"/>
      <dgm:spPr/>
    </dgm:pt>
    <dgm:pt modelId="{06480081-8B55-4480-B39F-57F57439EAFF}" type="pres">
      <dgm:prSet presAssocID="{9C4E352F-FE24-476A-A15B-A7734A892A25}" presName="parentLin" presStyleCnt="0"/>
      <dgm:spPr/>
    </dgm:pt>
    <dgm:pt modelId="{51F4F8AD-7D86-4EBC-8250-74F69498A41A}" type="pres">
      <dgm:prSet presAssocID="{9C4E352F-FE24-476A-A15B-A7734A892A25}" presName="parentLeftMargin" presStyleLbl="node1" presStyleIdx="12" presStyleCnt="19"/>
      <dgm:spPr/>
    </dgm:pt>
    <dgm:pt modelId="{C78651E4-BCF6-49D0-8114-BF4B8FA6CD56}" type="pres">
      <dgm:prSet presAssocID="{9C4E352F-FE24-476A-A15B-A7734A892A25}" presName="parentText" presStyleLbl="node1" presStyleIdx="13" presStyleCnt="19">
        <dgm:presLayoutVars>
          <dgm:chMax val="0"/>
          <dgm:bulletEnabled val="1"/>
        </dgm:presLayoutVars>
      </dgm:prSet>
      <dgm:spPr/>
    </dgm:pt>
    <dgm:pt modelId="{8594D258-9F76-47C7-8C60-C66C6A5D51BE}" type="pres">
      <dgm:prSet presAssocID="{9C4E352F-FE24-476A-A15B-A7734A892A25}" presName="negativeSpace" presStyleCnt="0"/>
      <dgm:spPr/>
    </dgm:pt>
    <dgm:pt modelId="{7885586D-5780-4559-BA96-50BDCFE6558A}" type="pres">
      <dgm:prSet presAssocID="{9C4E352F-FE24-476A-A15B-A7734A892A25}" presName="childText" presStyleLbl="conFgAcc1" presStyleIdx="13" presStyleCnt="19">
        <dgm:presLayoutVars>
          <dgm:bulletEnabled val="1"/>
        </dgm:presLayoutVars>
      </dgm:prSet>
      <dgm:spPr/>
    </dgm:pt>
    <dgm:pt modelId="{E9024DA5-2961-482E-9539-A7F4A7B43D6C}" type="pres">
      <dgm:prSet presAssocID="{9000FE63-EE5A-4049-AEF3-75B1DB4F43E7}" presName="spaceBetweenRectangles" presStyleCnt="0"/>
      <dgm:spPr/>
    </dgm:pt>
    <dgm:pt modelId="{486688EC-9651-47AF-A66A-35651AABF319}" type="pres">
      <dgm:prSet presAssocID="{5A144CB2-5A7B-425B-8B4E-CD8E6CCFF695}" presName="parentLin" presStyleCnt="0"/>
      <dgm:spPr/>
    </dgm:pt>
    <dgm:pt modelId="{598CA338-BA81-4FAF-911B-DFAD6A09E7DB}" type="pres">
      <dgm:prSet presAssocID="{5A144CB2-5A7B-425B-8B4E-CD8E6CCFF695}" presName="parentLeftMargin" presStyleLbl="node1" presStyleIdx="13" presStyleCnt="19"/>
      <dgm:spPr/>
    </dgm:pt>
    <dgm:pt modelId="{3917D57A-37C4-4DB9-B52A-908D935C007F}" type="pres">
      <dgm:prSet presAssocID="{5A144CB2-5A7B-425B-8B4E-CD8E6CCFF695}" presName="parentText" presStyleLbl="node1" presStyleIdx="14" presStyleCnt="19">
        <dgm:presLayoutVars>
          <dgm:chMax val="0"/>
          <dgm:bulletEnabled val="1"/>
        </dgm:presLayoutVars>
      </dgm:prSet>
      <dgm:spPr/>
    </dgm:pt>
    <dgm:pt modelId="{7D577030-181C-423F-8F70-B6121B63D720}" type="pres">
      <dgm:prSet presAssocID="{5A144CB2-5A7B-425B-8B4E-CD8E6CCFF695}" presName="negativeSpace" presStyleCnt="0"/>
      <dgm:spPr/>
    </dgm:pt>
    <dgm:pt modelId="{3F97BA14-AD05-44EC-AE99-3EB68EB585C9}" type="pres">
      <dgm:prSet presAssocID="{5A144CB2-5A7B-425B-8B4E-CD8E6CCFF695}" presName="childText" presStyleLbl="conFgAcc1" presStyleIdx="14" presStyleCnt="19">
        <dgm:presLayoutVars>
          <dgm:bulletEnabled val="1"/>
        </dgm:presLayoutVars>
      </dgm:prSet>
      <dgm:spPr/>
    </dgm:pt>
    <dgm:pt modelId="{04D4160E-5BEF-434A-B096-412C5CBB57B0}" type="pres">
      <dgm:prSet presAssocID="{41FF3D9D-3F60-4CB7-B811-D2FBB9EF177A}" presName="spaceBetweenRectangles" presStyleCnt="0"/>
      <dgm:spPr/>
    </dgm:pt>
    <dgm:pt modelId="{6585FFA2-0130-4215-AF65-F38B7806AB83}" type="pres">
      <dgm:prSet presAssocID="{3141541E-71AE-48E3-A66D-1FB3422011D7}" presName="parentLin" presStyleCnt="0"/>
      <dgm:spPr/>
    </dgm:pt>
    <dgm:pt modelId="{21F22817-62EA-4D3F-8589-DDA4E2D2E274}" type="pres">
      <dgm:prSet presAssocID="{3141541E-71AE-48E3-A66D-1FB3422011D7}" presName="parentLeftMargin" presStyleLbl="node1" presStyleIdx="14" presStyleCnt="19"/>
      <dgm:spPr/>
    </dgm:pt>
    <dgm:pt modelId="{0CC364E5-6183-40ED-9405-49C972D7EFE9}" type="pres">
      <dgm:prSet presAssocID="{3141541E-71AE-48E3-A66D-1FB3422011D7}" presName="parentText" presStyleLbl="node1" presStyleIdx="15" presStyleCnt="19">
        <dgm:presLayoutVars>
          <dgm:chMax val="0"/>
          <dgm:bulletEnabled val="1"/>
        </dgm:presLayoutVars>
      </dgm:prSet>
      <dgm:spPr/>
    </dgm:pt>
    <dgm:pt modelId="{5D5DB144-B872-4A46-9F83-5CE4CECA8465}" type="pres">
      <dgm:prSet presAssocID="{3141541E-71AE-48E3-A66D-1FB3422011D7}" presName="negativeSpace" presStyleCnt="0"/>
      <dgm:spPr/>
    </dgm:pt>
    <dgm:pt modelId="{9963306D-70A0-4A8C-A421-AA0760B699AC}" type="pres">
      <dgm:prSet presAssocID="{3141541E-71AE-48E3-A66D-1FB3422011D7}" presName="childText" presStyleLbl="conFgAcc1" presStyleIdx="15" presStyleCnt="19">
        <dgm:presLayoutVars>
          <dgm:bulletEnabled val="1"/>
        </dgm:presLayoutVars>
      </dgm:prSet>
      <dgm:spPr/>
    </dgm:pt>
    <dgm:pt modelId="{773B06BE-71BB-4341-B5A6-5D9983EB8C9C}" type="pres">
      <dgm:prSet presAssocID="{B4E8E541-FE14-4F90-875B-B8EAA562373E}" presName="spaceBetweenRectangles" presStyleCnt="0"/>
      <dgm:spPr/>
    </dgm:pt>
    <dgm:pt modelId="{B511E28B-E610-4B5C-B60E-CD57742A87DF}" type="pres">
      <dgm:prSet presAssocID="{34CC7435-02F4-47A9-8C80-72774D3F8E49}" presName="parentLin" presStyleCnt="0"/>
      <dgm:spPr/>
    </dgm:pt>
    <dgm:pt modelId="{3B3245CB-F806-4172-A163-E8553C7AAF06}" type="pres">
      <dgm:prSet presAssocID="{34CC7435-02F4-47A9-8C80-72774D3F8E49}" presName="parentLeftMargin" presStyleLbl="node1" presStyleIdx="15" presStyleCnt="19"/>
      <dgm:spPr/>
    </dgm:pt>
    <dgm:pt modelId="{7C1A3885-B3E8-4932-8153-33364AB90E8D}" type="pres">
      <dgm:prSet presAssocID="{34CC7435-02F4-47A9-8C80-72774D3F8E49}" presName="parentText" presStyleLbl="node1" presStyleIdx="16" presStyleCnt="19">
        <dgm:presLayoutVars>
          <dgm:chMax val="0"/>
          <dgm:bulletEnabled val="1"/>
        </dgm:presLayoutVars>
      </dgm:prSet>
      <dgm:spPr/>
    </dgm:pt>
    <dgm:pt modelId="{C7C489A0-ED28-4F6E-8A3F-01C74A87B343}" type="pres">
      <dgm:prSet presAssocID="{34CC7435-02F4-47A9-8C80-72774D3F8E49}" presName="negativeSpace" presStyleCnt="0"/>
      <dgm:spPr/>
    </dgm:pt>
    <dgm:pt modelId="{BB3B0778-200D-4D20-928A-E5AC3BD5D2AD}" type="pres">
      <dgm:prSet presAssocID="{34CC7435-02F4-47A9-8C80-72774D3F8E49}" presName="childText" presStyleLbl="conFgAcc1" presStyleIdx="16" presStyleCnt="19">
        <dgm:presLayoutVars>
          <dgm:bulletEnabled val="1"/>
        </dgm:presLayoutVars>
      </dgm:prSet>
      <dgm:spPr/>
    </dgm:pt>
    <dgm:pt modelId="{291CAEB2-DD9F-46B7-B9DA-843815CBA47F}" type="pres">
      <dgm:prSet presAssocID="{A3BF9803-A5AC-4F50-9FB3-956A2DAB87FF}" presName="spaceBetweenRectangles" presStyleCnt="0"/>
      <dgm:spPr/>
    </dgm:pt>
    <dgm:pt modelId="{97DE6223-C22B-465B-890A-EC77783A438E}" type="pres">
      <dgm:prSet presAssocID="{2831766E-115C-4C1C-9379-BA6549A77366}" presName="parentLin" presStyleCnt="0"/>
      <dgm:spPr/>
    </dgm:pt>
    <dgm:pt modelId="{27FCD13B-1EC1-4315-B4AE-8341AA1E88A6}" type="pres">
      <dgm:prSet presAssocID="{2831766E-115C-4C1C-9379-BA6549A77366}" presName="parentLeftMargin" presStyleLbl="node1" presStyleIdx="16" presStyleCnt="19"/>
      <dgm:spPr/>
    </dgm:pt>
    <dgm:pt modelId="{0071381F-AD5D-4FC1-B26A-05CB1C6510C6}" type="pres">
      <dgm:prSet presAssocID="{2831766E-115C-4C1C-9379-BA6549A77366}" presName="parentText" presStyleLbl="node1" presStyleIdx="17" presStyleCnt="19">
        <dgm:presLayoutVars>
          <dgm:chMax val="0"/>
          <dgm:bulletEnabled val="1"/>
        </dgm:presLayoutVars>
      </dgm:prSet>
      <dgm:spPr/>
    </dgm:pt>
    <dgm:pt modelId="{FB3E815B-F7CA-4EF1-83DD-783C41CF12A1}" type="pres">
      <dgm:prSet presAssocID="{2831766E-115C-4C1C-9379-BA6549A77366}" presName="negativeSpace" presStyleCnt="0"/>
      <dgm:spPr/>
    </dgm:pt>
    <dgm:pt modelId="{A1CBB754-2EF1-4160-9CAF-F4D25DBDAA9C}" type="pres">
      <dgm:prSet presAssocID="{2831766E-115C-4C1C-9379-BA6549A77366}" presName="childText" presStyleLbl="conFgAcc1" presStyleIdx="17" presStyleCnt="19">
        <dgm:presLayoutVars>
          <dgm:bulletEnabled val="1"/>
        </dgm:presLayoutVars>
      </dgm:prSet>
      <dgm:spPr/>
    </dgm:pt>
    <dgm:pt modelId="{AD3B3722-AD55-432C-8E17-AE158371752A}" type="pres">
      <dgm:prSet presAssocID="{97B41D2D-28A4-4D4B-B273-61FF606D0853}" presName="spaceBetweenRectangles" presStyleCnt="0"/>
      <dgm:spPr/>
    </dgm:pt>
    <dgm:pt modelId="{922092BE-D430-439A-8A89-B839959DE390}" type="pres">
      <dgm:prSet presAssocID="{0DE720A5-8361-47C3-AEA1-C2FCF7B659C4}" presName="parentLin" presStyleCnt="0"/>
      <dgm:spPr/>
    </dgm:pt>
    <dgm:pt modelId="{DF483EFF-0D48-4C7B-94C6-FC129DF86FD6}" type="pres">
      <dgm:prSet presAssocID="{0DE720A5-8361-47C3-AEA1-C2FCF7B659C4}" presName="parentLeftMargin" presStyleLbl="node1" presStyleIdx="17" presStyleCnt="19"/>
      <dgm:spPr/>
    </dgm:pt>
    <dgm:pt modelId="{281C491C-8564-4CDB-8E16-54069B374429}" type="pres">
      <dgm:prSet presAssocID="{0DE720A5-8361-47C3-AEA1-C2FCF7B659C4}" presName="parentText" presStyleLbl="node1" presStyleIdx="18" presStyleCnt="19">
        <dgm:presLayoutVars>
          <dgm:chMax val="0"/>
          <dgm:bulletEnabled val="1"/>
        </dgm:presLayoutVars>
      </dgm:prSet>
      <dgm:spPr/>
    </dgm:pt>
    <dgm:pt modelId="{E9B5C55D-9CE2-4BCE-8920-9706EB15A805}" type="pres">
      <dgm:prSet presAssocID="{0DE720A5-8361-47C3-AEA1-C2FCF7B659C4}" presName="negativeSpace" presStyleCnt="0"/>
      <dgm:spPr/>
    </dgm:pt>
    <dgm:pt modelId="{259ACCF6-3385-46E1-818B-4C4AA22E668D}" type="pres">
      <dgm:prSet presAssocID="{0DE720A5-8361-47C3-AEA1-C2FCF7B659C4}" presName="childText" presStyleLbl="conFgAcc1" presStyleIdx="18" presStyleCnt="19">
        <dgm:presLayoutVars>
          <dgm:bulletEnabled val="1"/>
        </dgm:presLayoutVars>
      </dgm:prSet>
      <dgm:spPr/>
    </dgm:pt>
  </dgm:ptLst>
  <dgm:cxnLst>
    <dgm:cxn modelId="{6189CB00-208C-4794-82F6-5E32E4555E55}" type="presOf" srcId="{15A85055-D927-459E-8DC5-AB83622342D1}" destId="{B9FC867B-2186-4F5B-878D-A4BD75664AF6}" srcOrd="0" destOrd="0" presId="urn:microsoft.com/office/officeart/2005/8/layout/list1"/>
    <dgm:cxn modelId="{21294F02-29B6-429C-86BB-F490AE97A196}" type="presOf" srcId="{B66440DC-7105-43BD-950B-4FC480739107}" destId="{A2F667C8-1589-4315-B58F-0B0B206A01C9}" srcOrd="0" destOrd="0" presId="urn:microsoft.com/office/officeart/2005/8/layout/list1"/>
    <dgm:cxn modelId="{75149E03-DAA6-4BDA-8D4C-058FEFEFAAD3}" type="presOf" srcId="{6C9523F6-B05F-464F-B374-9182308F6367}" destId="{61C40B97-766E-485C-8E63-779A1957F6AF}" srcOrd="0" destOrd="0" presId="urn:microsoft.com/office/officeart/2005/8/layout/list1"/>
    <dgm:cxn modelId="{DB1A6805-1288-49CC-B52D-32E66141000F}" type="presOf" srcId="{6570F765-EF88-4817-A597-5F5EF0960066}" destId="{8D6449C0-9918-4890-A6EC-58CD6C7D3051}" srcOrd="0" destOrd="0" presId="urn:microsoft.com/office/officeart/2005/8/layout/list1"/>
    <dgm:cxn modelId="{1DF9B91C-1211-4315-B32F-0B4C8697E066}" type="presOf" srcId="{A19E73F6-10DD-4422-96B6-100CD3886283}" destId="{1340D03C-EFAA-41C8-874B-A2F2D63EC4C1}" srcOrd="0" destOrd="0" presId="urn:microsoft.com/office/officeart/2005/8/layout/list1"/>
    <dgm:cxn modelId="{BD644E22-2B39-4405-BD8B-C8687A4332AB}" type="presOf" srcId="{0B9BC23B-B11C-46A5-A9A8-FB700C0A12CD}" destId="{36088422-7BFA-44CE-8C2C-FB72AECDAA55}" srcOrd="1" destOrd="0" presId="urn:microsoft.com/office/officeart/2005/8/layout/list1"/>
    <dgm:cxn modelId="{2D415E23-3E0C-41E1-BFBA-28B470652C3F}" srcId="{93E1E2BF-FAE6-47F0-B423-E4F578717908}" destId="{0DE720A5-8361-47C3-AEA1-C2FCF7B659C4}" srcOrd="18" destOrd="0" parTransId="{3C712685-A7CE-45F0-9B84-2A51FD45A831}" sibTransId="{974B4313-17F4-4379-888C-362391CE64AF}"/>
    <dgm:cxn modelId="{1341F32A-C82D-49AE-93F7-BA35C971DE1B}" srcId="{93E1E2BF-FAE6-47F0-B423-E4F578717908}" destId="{5A144CB2-5A7B-425B-8B4E-CD8E6CCFF695}" srcOrd="14" destOrd="0" parTransId="{8F05E6DB-E251-4DFE-BEF7-7DCBDE2CF045}" sibTransId="{41FF3D9D-3F60-4CB7-B811-D2FBB9EF177A}"/>
    <dgm:cxn modelId="{3638602B-3ABF-4F76-8BE3-69F188EF7050}" srcId="{93E1E2BF-FAE6-47F0-B423-E4F578717908}" destId="{10AC7B74-B779-4114-891F-37429B9F6135}" srcOrd="10" destOrd="0" parTransId="{BAAE05E4-34AC-4FD1-97F7-1550D37E7D2F}" sibTransId="{AA5D84D3-3BC8-4FF0-A996-718825B8524C}"/>
    <dgm:cxn modelId="{004C812B-CD3E-41CD-9B6A-A64A86D8CBCD}" srcId="{93E1E2BF-FAE6-47F0-B423-E4F578717908}" destId="{6C9523F6-B05F-464F-B374-9182308F6367}" srcOrd="2" destOrd="0" parTransId="{85CA3AA9-F062-4CA1-86D5-08F4697FA09C}" sibTransId="{8CFE5B7D-9F4D-4C19-89DF-7ADAD2BD60CE}"/>
    <dgm:cxn modelId="{741F3B2D-6DEA-4CB9-84D8-6219768D0FE1}" type="presOf" srcId="{6EF1F4D6-E6C6-4926-A765-FADD61263E44}" destId="{0D5F5785-4261-45FC-A30C-441C711921C3}" srcOrd="1" destOrd="0" presId="urn:microsoft.com/office/officeart/2005/8/layout/list1"/>
    <dgm:cxn modelId="{486F7631-0622-4D7F-A963-6DDB346DBE53}" type="presOf" srcId="{5F39427C-5B7B-4C32-961E-E3517A18DDE6}" destId="{1ABB8CB0-958B-476C-A637-1A12B0C8178A}" srcOrd="0" destOrd="0" presId="urn:microsoft.com/office/officeart/2005/8/layout/list1"/>
    <dgm:cxn modelId="{3BBBA236-B0E8-43CA-8499-8CA123C53E54}" type="presOf" srcId="{2831766E-115C-4C1C-9379-BA6549A77366}" destId="{0071381F-AD5D-4FC1-B26A-05CB1C6510C6}" srcOrd="1" destOrd="0" presId="urn:microsoft.com/office/officeart/2005/8/layout/list1"/>
    <dgm:cxn modelId="{2866C43D-F2A2-4A44-B17A-08B5D3A9ACA9}" type="presOf" srcId="{6570F765-EF88-4817-A597-5F5EF0960066}" destId="{A3EB6E2F-CE4B-4C03-9418-3B5EB8FD63C2}" srcOrd="1" destOrd="0" presId="urn:microsoft.com/office/officeart/2005/8/layout/list1"/>
    <dgm:cxn modelId="{CEAD2140-DF4D-40A2-B561-4BC0B1F66B2C}" type="presOf" srcId="{FFA631AB-97BB-4B02-9D87-52B96105828D}" destId="{788E509C-BA5D-48A5-842F-01E8C9275A8E}" srcOrd="1" destOrd="0" presId="urn:microsoft.com/office/officeart/2005/8/layout/list1"/>
    <dgm:cxn modelId="{3D9C6941-A3EB-451C-BDAC-F58908538910}" type="presOf" srcId="{6EF1F4D6-E6C6-4926-A765-FADD61263E44}" destId="{94D5DD68-578E-4B9D-9DD0-DC39FCAE73CE}" srcOrd="0" destOrd="0" presId="urn:microsoft.com/office/officeart/2005/8/layout/list1"/>
    <dgm:cxn modelId="{533D7443-5604-4357-8FF1-F310D65A2BAF}" srcId="{93E1E2BF-FAE6-47F0-B423-E4F578717908}" destId="{EA983918-0DE5-44C6-83BF-8D01C389BE7A}" srcOrd="0" destOrd="0" parTransId="{068BE6FF-6D7B-4315-BB9F-FE1E453AD714}" sibTransId="{FCAC7AC9-F1C3-4BB8-A095-D47CD347DEC3}"/>
    <dgm:cxn modelId="{5D800B64-8D98-40D1-B2F0-D0A792328E9A}" type="presOf" srcId="{5F39427C-5B7B-4C32-961E-E3517A18DDE6}" destId="{12D07F89-A6A6-4FB4-818F-E6F63FB72DDF}" srcOrd="1" destOrd="0" presId="urn:microsoft.com/office/officeart/2005/8/layout/list1"/>
    <dgm:cxn modelId="{8F384165-6261-45E0-BE7A-FBE4A8795D1E}" srcId="{93E1E2BF-FAE6-47F0-B423-E4F578717908}" destId="{5F39427C-5B7B-4C32-961E-E3517A18DDE6}" srcOrd="8" destOrd="0" parTransId="{455F06F1-42C9-4541-AD8A-878F36CCE058}" sibTransId="{B1E9A0E0-D621-4DA7-9252-871E7F102963}"/>
    <dgm:cxn modelId="{35D17668-6C67-4B42-8375-7685EA0B0F86}" srcId="{93E1E2BF-FAE6-47F0-B423-E4F578717908}" destId="{15A85055-D927-459E-8DC5-AB83622342D1}" srcOrd="1" destOrd="0" parTransId="{9B7EDF65-2B66-4DAA-AB0F-642CE6C6EBEA}" sibTransId="{A3386DE0-B7B8-4162-BDBF-6981A6E34CF5}"/>
    <dgm:cxn modelId="{B7EAC14B-8EF2-4282-A014-035D4B088A56}" type="presOf" srcId="{A19E73F6-10DD-4422-96B6-100CD3886283}" destId="{30AA1C8F-85EC-4652-BFFA-A21BB146BA4D}" srcOrd="1" destOrd="0" presId="urn:microsoft.com/office/officeart/2005/8/layout/list1"/>
    <dgm:cxn modelId="{4C57BD52-16C3-42D5-8C8E-4F9534F42F69}" type="presOf" srcId="{EA983918-0DE5-44C6-83BF-8D01C389BE7A}" destId="{8BA5D859-B671-47E2-8097-6B39C0740832}" srcOrd="1" destOrd="0" presId="urn:microsoft.com/office/officeart/2005/8/layout/list1"/>
    <dgm:cxn modelId="{554E2856-CF1A-450D-9625-95D6399B0E60}" type="presOf" srcId="{6C9523F6-B05F-464F-B374-9182308F6367}" destId="{A76973DE-2DC8-45B9-B265-F30A86D0D0E5}" srcOrd="1" destOrd="0" presId="urn:microsoft.com/office/officeart/2005/8/layout/list1"/>
    <dgm:cxn modelId="{17FACD57-DBB9-4C51-86E1-0333DBC4D546}" type="presOf" srcId="{5A144CB2-5A7B-425B-8B4E-CD8E6CCFF695}" destId="{598CA338-BA81-4FAF-911B-DFAD6A09E7DB}" srcOrd="0" destOrd="0" presId="urn:microsoft.com/office/officeart/2005/8/layout/list1"/>
    <dgm:cxn modelId="{C669E657-BFEA-4092-8448-EFC8E56E52F4}" srcId="{93E1E2BF-FAE6-47F0-B423-E4F578717908}" destId="{9C4E352F-FE24-476A-A15B-A7734A892A25}" srcOrd="13" destOrd="0" parTransId="{04BEF529-934E-4AA8-ACAF-4DD5C54109ED}" sibTransId="{9000FE63-EE5A-4049-AEF3-75B1DB4F43E7}"/>
    <dgm:cxn modelId="{7DBA3A79-9E01-437E-960B-184495411D99}" type="presOf" srcId="{0DE720A5-8361-47C3-AEA1-C2FCF7B659C4}" destId="{281C491C-8564-4CDB-8E16-54069B374429}" srcOrd="1" destOrd="0" presId="urn:microsoft.com/office/officeart/2005/8/layout/list1"/>
    <dgm:cxn modelId="{51189881-4FCB-4795-94FE-7621623E27B1}" type="presOf" srcId="{3141541E-71AE-48E3-A66D-1FB3422011D7}" destId="{0CC364E5-6183-40ED-9405-49C972D7EFE9}" srcOrd="1" destOrd="0" presId="urn:microsoft.com/office/officeart/2005/8/layout/list1"/>
    <dgm:cxn modelId="{FD3EB681-1D80-49E8-98AA-7EDF429591C1}" type="presOf" srcId="{EA983918-0DE5-44C6-83BF-8D01C389BE7A}" destId="{76C93CC6-F9AC-48A8-A1AD-058F60EA37DA}" srcOrd="0" destOrd="0" presId="urn:microsoft.com/office/officeart/2005/8/layout/list1"/>
    <dgm:cxn modelId="{12280C8D-3E25-41F8-AB37-C5359FA805AE}" srcId="{93E1E2BF-FAE6-47F0-B423-E4F578717908}" destId="{2831766E-115C-4C1C-9379-BA6549A77366}" srcOrd="17" destOrd="0" parTransId="{517CBA29-B947-4CA6-B4DD-73A0E577FE09}" sibTransId="{97B41D2D-28A4-4D4B-B273-61FF606D0853}"/>
    <dgm:cxn modelId="{A285DF94-A968-44D8-B59F-B35DAC809C24}" srcId="{93E1E2BF-FAE6-47F0-B423-E4F578717908}" destId="{6570F765-EF88-4817-A597-5F5EF0960066}" srcOrd="11" destOrd="0" parTransId="{EA640A95-2469-40C8-B408-C104B7A79C46}" sibTransId="{5138E32B-5C7C-4356-8F8F-662FFE6967D9}"/>
    <dgm:cxn modelId="{8FAFF595-370F-42C5-BCFB-636C171D4D58}" type="presOf" srcId="{10AC7B74-B779-4114-891F-37429B9F6135}" destId="{0692B9DE-1275-4768-9496-7F1C902D8158}" srcOrd="0" destOrd="0" presId="urn:microsoft.com/office/officeart/2005/8/layout/list1"/>
    <dgm:cxn modelId="{FE21169B-CE2D-4E01-8B00-4F4EE9875608}" type="presOf" srcId="{3D825696-DBD1-4AFA-A0AC-40474F883419}" destId="{D0298ED9-D5C6-401F-B00C-07901311C054}" srcOrd="0" destOrd="0" presId="urn:microsoft.com/office/officeart/2005/8/layout/list1"/>
    <dgm:cxn modelId="{56A4089C-0DA9-4A9D-8BD6-81A395E7DDF2}" type="presOf" srcId="{9C4E352F-FE24-476A-A15B-A7734A892A25}" destId="{51F4F8AD-7D86-4EBC-8250-74F69498A41A}" srcOrd="0" destOrd="0" presId="urn:microsoft.com/office/officeart/2005/8/layout/list1"/>
    <dgm:cxn modelId="{933411A0-2730-428B-AFAA-CF89808CC2BE}" srcId="{93E1E2BF-FAE6-47F0-B423-E4F578717908}" destId="{3141541E-71AE-48E3-A66D-1FB3422011D7}" srcOrd="15" destOrd="0" parTransId="{D9B6CC9E-2782-465C-ABD3-469611A46E84}" sibTransId="{B4E8E541-FE14-4F90-875B-B8EAA562373E}"/>
    <dgm:cxn modelId="{3E7ABFA1-42D1-40B9-A035-EB007102DBA8}" type="presOf" srcId="{10AC7B74-B779-4114-891F-37429B9F6135}" destId="{E9BDEFE6-2AA9-4D99-8708-786C268A8D00}" srcOrd="1" destOrd="0" presId="urn:microsoft.com/office/officeart/2005/8/layout/list1"/>
    <dgm:cxn modelId="{0BA759AF-BB8E-463C-A941-F30668A6F9FA}" type="presOf" srcId="{B66440DC-7105-43BD-950B-4FC480739107}" destId="{042A80A1-5BD3-4027-AFBD-A3D8D08AA456}" srcOrd="1" destOrd="0" presId="urn:microsoft.com/office/officeart/2005/8/layout/list1"/>
    <dgm:cxn modelId="{544A53B3-FBAC-4200-86F4-C75D13E4AAB4}" type="presOf" srcId="{0DE720A5-8361-47C3-AEA1-C2FCF7B659C4}" destId="{DF483EFF-0D48-4C7B-94C6-FC129DF86FD6}" srcOrd="0" destOrd="0" presId="urn:microsoft.com/office/officeart/2005/8/layout/list1"/>
    <dgm:cxn modelId="{961C4EB9-617C-46C3-BEE9-8608F2428744}" type="presOf" srcId="{5A144CB2-5A7B-425B-8B4E-CD8E6CCFF695}" destId="{3917D57A-37C4-4DB9-B52A-908D935C007F}" srcOrd="1" destOrd="0" presId="urn:microsoft.com/office/officeart/2005/8/layout/list1"/>
    <dgm:cxn modelId="{664889BA-1517-48BF-84EA-36C7312E0ED1}" type="presOf" srcId="{34CC7435-02F4-47A9-8C80-72774D3F8E49}" destId="{3B3245CB-F806-4172-A163-E8553C7AAF06}" srcOrd="0" destOrd="0" presId="urn:microsoft.com/office/officeart/2005/8/layout/list1"/>
    <dgm:cxn modelId="{8993E6C4-BE28-459F-9490-E9F61143BFA6}" srcId="{93E1E2BF-FAE6-47F0-B423-E4F578717908}" destId="{3D825696-DBD1-4AFA-A0AC-40474F883419}" srcOrd="9" destOrd="0" parTransId="{2F3D06AF-0E82-41ED-B858-75DE5C84973B}" sibTransId="{7622CA5D-272F-450B-A683-0A2550AF2B5C}"/>
    <dgm:cxn modelId="{EB76A9CA-BA93-4635-87F6-11E0C70134CE}" type="presOf" srcId="{6C78F584-38F6-421E-9F7E-AEE3D5440496}" destId="{7BA62200-9173-4D7E-A040-017664924F68}" srcOrd="0" destOrd="0" presId="urn:microsoft.com/office/officeart/2005/8/layout/list1"/>
    <dgm:cxn modelId="{1C3FC9CD-F669-437B-92C0-F35258B8D639}" srcId="{93E1E2BF-FAE6-47F0-B423-E4F578717908}" destId="{A19E73F6-10DD-4422-96B6-100CD3886283}" srcOrd="4" destOrd="0" parTransId="{79143711-1A2E-4591-A9DA-8ED4005E8AD4}" sibTransId="{430EEBCB-3E47-4120-8199-46F41510E0CB}"/>
    <dgm:cxn modelId="{7CED37CE-D52B-405F-B4D7-0CAA7EE90FFE}" type="presOf" srcId="{3D825696-DBD1-4AFA-A0AC-40474F883419}" destId="{02EDC510-DE27-4178-8E2B-5CDCFAE4C2DA}" srcOrd="1" destOrd="0" presId="urn:microsoft.com/office/officeart/2005/8/layout/list1"/>
    <dgm:cxn modelId="{ED5AF5D1-F2AB-4DC5-94BA-64465502B71F}" srcId="{93E1E2BF-FAE6-47F0-B423-E4F578717908}" destId="{34CC7435-02F4-47A9-8C80-72774D3F8E49}" srcOrd="16" destOrd="0" parTransId="{A131E8AD-AF3E-4845-B1CC-856070919589}" sibTransId="{A3BF9803-A5AC-4F50-9FB3-956A2DAB87FF}"/>
    <dgm:cxn modelId="{9965EAD4-6A7F-4D01-A8D4-1FFFBFC525A6}" type="presOf" srcId="{9C4E352F-FE24-476A-A15B-A7734A892A25}" destId="{C78651E4-BCF6-49D0-8114-BF4B8FA6CD56}" srcOrd="1" destOrd="0" presId="urn:microsoft.com/office/officeart/2005/8/layout/list1"/>
    <dgm:cxn modelId="{64330FD6-AB58-4CC9-86E4-090E8B84F1AA}" type="presOf" srcId="{93E1E2BF-FAE6-47F0-B423-E4F578717908}" destId="{2D003747-2A65-417B-8529-5FA7C2BFC00B}" srcOrd="0" destOrd="0" presId="urn:microsoft.com/office/officeart/2005/8/layout/list1"/>
    <dgm:cxn modelId="{6BA27ED7-D4F3-4395-A69C-F6706B61DAAD}" srcId="{93E1E2BF-FAE6-47F0-B423-E4F578717908}" destId="{6C78F584-38F6-421E-9F7E-AEE3D5440496}" srcOrd="5" destOrd="0" parTransId="{C340BE00-42E1-4FB6-9B5F-E855698211A9}" sibTransId="{DBC430D2-59FF-425C-BB69-BBC7740B879C}"/>
    <dgm:cxn modelId="{BCD528DA-84AF-494C-A905-FDFD12F7A446}" srcId="{93E1E2BF-FAE6-47F0-B423-E4F578717908}" destId="{6EF1F4D6-E6C6-4926-A765-FADD61263E44}" srcOrd="7" destOrd="0" parTransId="{D39EB4DE-10BA-4BE7-AF15-D6EE32410361}" sibTransId="{DA649E75-47FB-4893-9A7D-0C2B2B01DA4E}"/>
    <dgm:cxn modelId="{B8230FDF-EEFF-4534-A105-A5F1975DD5AF}" type="presOf" srcId="{34CC7435-02F4-47A9-8C80-72774D3F8E49}" destId="{7C1A3885-B3E8-4932-8153-33364AB90E8D}" srcOrd="1" destOrd="0" presId="urn:microsoft.com/office/officeart/2005/8/layout/list1"/>
    <dgm:cxn modelId="{13C868E0-FD6F-4BDC-A4AE-7354D8B547D3}" type="presOf" srcId="{2831766E-115C-4C1C-9379-BA6549A77366}" destId="{27FCD13B-1EC1-4315-B4AE-8341AA1E88A6}" srcOrd="0" destOrd="0" presId="urn:microsoft.com/office/officeart/2005/8/layout/list1"/>
    <dgm:cxn modelId="{8F6156E2-27A8-4A00-801F-E3322D547824}" type="presOf" srcId="{3141541E-71AE-48E3-A66D-1FB3422011D7}" destId="{21F22817-62EA-4D3F-8589-DDA4E2D2E274}" srcOrd="0" destOrd="0" presId="urn:microsoft.com/office/officeart/2005/8/layout/list1"/>
    <dgm:cxn modelId="{122155E6-E596-4CF3-93FA-F4C0E2116037}" type="presOf" srcId="{0B9BC23B-B11C-46A5-A9A8-FB700C0A12CD}" destId="{ABF4BD31-71B9-4445-B930-91453C628275}" srcOrd="0" destOrd="0" presId="urn:microsoft.com/office/officeart/2005/8/layout/list1"/>
    <dgm:cxn modelId="{4C76B4E6-5E30-47D3-8E1D-24276FD19434}" type="presOf" srcId="{15A85055-D927-459E-8DC5-AB83622342D1}" destId="{46DB6FF3-D329-4C93-B22B-65A283806062}" srcOrd="1" destOrd="0" presId="urn:microsoft.com/office/officeart/2005/8/layout/list1"/>
    <dgm:cxn modelId="{4661A9E7-5CE2-4892-807D-3B8B09395658}" srcId="{93E1E2BF-FAE6-47F0-B423-E4F578717908}" destId="{FFA631AB-97BB-4B02-9D87-52B96105828D}" srcOrd="6" destOrd="0" parTransId="{3AF27CD5-6EC2-48D5-8809-506FDEC57897}" sibTransId="{801306E0-FDCF-4F7B-8C67-6E6FC21D6240}"/>
    <dgm:cxn modelId="{993447E8-D3A0-44E4-A30F-6EE5354978B2}" type="presOf" srcId="{6C78F584-38F6-421E-9F7E-AEE3D5440496}" destId="{24E1D86B-45B2-4D4D-8ADB-FFF0810D3F2C}" srcOrd="1" destOrd="0" presId="urn:microsoft.com/office/officeart/2005/8/layout/list1"/>
    <dgm:cxn modelId="{658B85EC-8A7F-4D9C-9011-F82D20BA8288}" type="presOf" srcId="{FFA631AB-97BB-4B02-9D87-52B96105828D}" destId="{C5AF6099-EB31-4356-80F1-56AD1AB07FC8}" srcOrd="0" destOrd="0" presId="urn:microsoft.com/office/officeart/2005/8/layout/list1"/>
    <dgm:cxn modelId="{A23E47F3-17C8-40C4-97A1-286E85C9B375}" srcId="{93E1E2BF-FAE6-47F0-B423-E4F578717908}" destId="{B66440DC-7105-43BD-950B-4FC480739107}" srcOrd="12" destOrd="0" parTransId="{9AA5B334-3936-4969-A00A-10059B158596}" sibTransId="{F0ECB647-B2EA-4DA2-B3FA-3CC13CB211DD}"/>
    <dgm:cxn modelId="{426140FF-CFD3-4AB0-BE24-E57EAB50F26F}" srcId="{93E1E2BF-FAE6-47F0-B423-E4F578717908}" destId="{0B9BC23B-B11C-46A5-A9A8-FB700C0A12CD}" srcOrd="3" destOrd="0" parTransId="{D4BDBE17-0A1B-4BB3-864A-E842702A65C2}" sibTransId="{13DEED91-136E-4AB0-AB98-1F45BF22AADE}"/>
    <dgm:cxn modelId="{BC625CDF-0FD5-498F-B5BC-09242E676FB9}" type="presParOf" srcId="{2D003747-2A65-417B-8529-5FA7C2BFC00B}" destId="{46AC14BD-4606-4875-A5CB-5651AB464720}" srcOrd="0" destOrd="0" presId="urn:microsoft.com/office/officeart/2005/8/layout/list1"/>
    <dgm:cxn modelId="{D57DB413-C427-43FC-94F0-9A79B208486F}" type="presParOf" srcId="{46AC14BD-4606-4875-A5CB-5651AB464720}" destId="{76C93CC6-F9AC-48A8-A1AD-058F60EA37DA}" srcOrd="0" destOrd="0" presId="urn:microsoft.com/office/officeart/2005/8/layout/list1"/>
    <dgm:cxn modelId="{04A37F3C-B2F4-4E1B-BECB-31FBE50BA30C}" type="presParOf" srcId="{46AC14BD-4606-4875-A5CB-5651AB464720}" destId="{8BA5D859-B671-47E2-8097-6B39C0740832}" srcOrd="1" destOrd="0" presId="urn:microsoft.com/office/officeart/2005/8/layout/list1"/>
    <dgm:cxn modelId="{E39F9EAD-D98A-49E4-A3BD-6EC5D35A43A7}" type="presParOf" srcId="{2D003747-2A65-417B-8529-5FA7C2BFC00B}" destId="{0ECB39BA-A7B6-423E-B7A2-52F2E5204FDA}" srcOrd="1" destOrd="0" presId="urn:microsoft.com/office/officeart/2005/8/layout/list1"/>
    <dgm:cxn modelId="{6C1271A0-35CF-474F-B0C4-A432AB161FC2}" type="presParOf" srcId="{2D003747-2A65-417B-8529-5FA7C2BFC00B}" destId="{4056CDFB-D30E-4A30-AF33-E4A2DB500954}" srcOrd="2" destOrd="0" presId="urn:microsoft.com/office/officeart/2005/8/layout/list1"/>
    <dgm:cxn modelId="{09A70F97-6EAF-4A40-9E77-0745BD787CC4}" type="presParOf" srcId="{2D003747-2A65-417B-8529-5FA7C2BFC00B}" destId="{D8E6082D-0256-4D13-BD74-A3AFDEB8C2F8}" srcOrd="3" destOrd="0" presId="urn:microsoft.com/office/officeart/2005/8/layout/list1"/>
    <dgm:cxn modelId="{1A016921-5FFB-4084-A2A6-E37632954579}" type="presParOf" srcId="{2D003747-2A65-417B-8529-5FA7C2BFC00B}" destId="{21EB4478-42F7-4896-92A7-21D909B77C03}" srcOrd="4" destOrd="0" presId="urn:microsoft.com/office/officeart/2005/8/layout/list1"/>
    <dgm:cxn modelId="{63914C4A-BF35-40F7-AB04-CB6B330A2698}" type="presParOf" srcId="{21EB4478-42F7-4896-92A7-21D909B77C03}" destId="{B9FC867B-2186-4F5B-878D-A4BD75664AF6}" srcOrd="0" destOrd="0" presId="urn:microsoft.com/office/officeart/2005/8/layout/list1"/>
    <dgm:cxn modelId="{E0354499-6DDE-4342-BBAE-AD0CC2DAF258}" type="presParOf" srcId="{21EB4478-42F7-4896-92A7-21D909B77C03}" destId="{46DB6FF3-D329-4C93-B22B-65A283806062}" srcOrd="1" destOrd="0" presId="urn:microsoft.com/office/officeart/2005/8/layout/list1"/>
    <dgm:cxn modelId="{5A019339-1351-4DA5-822E-803CD55D4167}" type="presParOf" srcId="{2D003747-2A65-417B-8529-5FA7C2BFC00B}" destId="{3A68159B-E237-414D-A9B3-C881190B3E35}" srcOrd="5" destOrd="0" presId="urn:microsoft.com/office/officeart/2005/8/layout/list1"/>
    <dgm:cxn modelId="{E2108C3A-F89B-4A3D-895D-D15D4851B9F9}" type="presParOf" srcId="{2D003747-2A65-417B-8529-5FA7C2BFC00B}" destId="{F7B2B833-D1F0-473A-8696-41BB6C63BB0F}" srcOrd="6" destOrd="0" presId="urn:microsoft.com/office/officeart/2005/8/layout/list1"/>
    <dgm:cxn modelId="{4FD10D9E-ACF0-4DA0-AD82-F087707DD1B0}" type="presParOf" srcId="{2D003747-2A65-417B-8529-5FA7C2BFC00B}" destId="{C1E89520-81DD-42BE-A701-5C92963610AD}" srcOrd="7" destOrd="0" presId="urn:microsoft.com/office/officeart/2005/8/layout/list1"/>
    <dgm:cxn modelId="{A904E551-61E1-48A1-939E-63912CB6CB56}" type="presParOf" srcId="{2D003747-2A65-417B-8529-5FA7C2BFC00B}" destId="{EA0BE5C2-FF6B-46AD-BE70-26F1B626A451}" srcOrd="8" destOrd="0" presId="urn:microsoft.com/office/officeart/2005/8/layout/list1"/>
    <dgm:cxn modelId="{2781CBFD-C81E-4E97-BAF2-A19814E46F4E}" type="presParOf" srcId="{EA0BE5C2-FF6B-46AD-BE70-26F1B626A451}" destId="{61C40B97-766E-485C-8E63-779A1957F6AF}" srcOrd="0" destOrd="0" presId="urn:microsoft.com/office/officeart/2005/8/layout/list1"/>
    <dgm:cxn modelId="{836ADA60-3CFF-465D-8D94-A902EA32849C}" type="presParOf" srcId="{EA0BE5C2-FF6B-46AD-BE70-26F1B626A451}" destId="{A76973DE-2DC8-45B9-B265-F30A86D0D0E5}" srcOrd="1" destOrd="0" presId="urn:microsoft.com/office/officeart/2005/8/layout/list1"/>
    <dgm:cxn modelId="{A989CE17-6BB7-45FB-9070-3FA7E48DE93E}" type="presParOf" srcId="{2D003747-2A65-417B-8529-5FA7C2BFC00B}" destId="{0B6254FD-36AC-408E-90E1-491562B09DCF}" srcOrd="9" destOrd="0" presId="urn:microsoft.com/office/officeart/2005/8/layout/list1"/>
    <dgm:cxn modelId="{0166DC2B-E2D9-4270-8B9A-530345AAEC5C}" type="presParOf" srcId="{2D003747-2A65-417B-8529-5FA7C2BFC00B}" destId="{842D9D25-DB30-4C0F-876A-3FF33C05EB56}" srcOrd="10" destOrd="0" presId="urn:microsoft.com/office/officeart/2005/8/layout/list1"/>
    <dgm:cxn modelId="{DEC29D8D-E6DD-4FD3-8E98-255A1C2D1D8F}" type="presParOf" srcId="{2D003747-2A65-417B-8529-5FA7C2BFC00B}" destId="{76DA022D-9758-42AC-9CFD-42F8E8DBF394}" srcOrd="11" destOrd="0" presId="urn:microsoft.com/office/officeart/2005/8/layout/list1"/>
    <dgm:cxn modelId="{4B8A1A30-DA0C-4344-92AF-82C8E350EB0D}" type="presParOf" srcId="{2D003747-2A65-417B-8529-5FA7C2BFC00B}" destId="{6A044B1A-73E8-4A75-AA94-6A213B15494B}" srcOrd="12" destOrd="0" presId="urn:microsoft.com/office/officeart/2005/8/layout/list1"/>
    <dgm:cxn modelId="{86C49627-DB42-4665-81CC-44BE9E71B42D}" type="presParOf" srcId="{6A044B1A-73E8-4A75-AA94-6A213B15494B}" destId="{ABF4BD31-71B9-4445-B930-91453C628275}" srcOrd="0" destOrd="0" presId="urn:microsoft.com/office/officeart/2005/8/layout/list1"/>
    <dgm:cxn modelId="{51143DCA-3679-4E18-BBC3-D36327FE6046}" type="presParOf" srcId="{6A044B1A-73E8-4A75-AA94-6A213B15494B}" destId="{36088422-7BFA-44CE-8C2C-FB72AECDAA55}" srcOrd="1" destOrd="0" presId="urn:microsoft.com/office/officeart/2005/8/layout/list1"/>
    <dgm:cxn modelId="{3F5610C8-3C2E-47D4-98FF-F14A2567BACF}" type="presParOf" srcId="{2D003747-2A65-417B-8529-5FA7C2BFC00B}" destId="{FC1250F5-1935-400F-B564-6F4BA380CCE7}" srcOrd="13" destOrd="0" presId="urn:microsoft.com/office/officeart/2005/8/layout/list1"/>
    <dgm:cxn modelId="{29A1753C-6FD2-4F01-9487-61EE49F55E8F}" type="presParOf" srcId="{2D003747-2A65-417B-8529-5FA7C2BFC00B}" destId="{A79EE709-8A78-40B6-8420-B97912518428}" srcOrd="14" destOrd="0" presId="urn:microsoft.com/office/officeart/2005/8/layout/list1"/>
    <dgm:cxn modelId="{5365D763-FF1E-4F0E-AF5C-C00F89B767E1}" type="presParOf" srcId="{2D003747-2A65-417B-8529-5FA7C2BFC00B}" destId="{D9D73A59-83AF-4168-98F2-E6106C9786A7}" srcOrd="15" destOrd="0" presId="urn:microsoft.com/office/officeart/2005/8/layout/list1"/>
    <dgm:cxn modelId="{84347DBA-5395-401F-8CD3-83F68F050A5D}" type="presParOf" srcId="{2D003747-2A65-417B-8529-5FA7C2BFC00B}" destId="{D90B0931-6741-40C7-812E-2DBAC156044A}" srcOrd="16" destOrd="0" presId="urn:microsoft.com/office/officeart/2005/8/layout/list1"/>
    <dgm:cxn modelId="{5AD28615-B1CA-4C1C-970E-1EC604CC9619}" type="presParOf" srcId="{D90B0931-6741-40C7-812E-2DBAC156044A}" destId="{1340D03C-EFAA-41C8-874B-A2F2D63EC4C1}" srcOrd="0" destOrd="0" presId="urn:microsoft.com/office/officeart/2005/8/layout/list1"/>
    <dgm:cxn modelId="{6D57B5F6-8890-49A3-9877-71047E0A6400}" type="presParOf" srcId="{D90B0931-6741-40C7-812E-2DBAC156044A}" destId="{30AA1C8F-85EC-4652-BFFA-A21BB146BA4D}" srcOrd="1" destOrd="0" presId="urn:microsoft.com/office/officeart/2005/8/layout/list1"/>
    <dgm:cxn modelId="{BD0D5B86-E000-4E19-8245-6AD7B486FAE0}" type="presParOf" srcId="{2D003747-2A65-417B-8529-5FA7C2BFC00B}" destId="{D78F9CC0-1F2B-4EF3-AFD7-E3FC6C1528B3}" srcOrd="17" destOrd="0" presId="urn:microsoft.com/office/officeart/2005/8/layout/list1"/>
    <dgm:cxn modelId="{02A2017E-27BC-4AEF-8400-8813CF67B80E}" type="presParOf" srcId="{2D003747-2A65-417B-8529-5FA7C2BFC00B}" destId="{B1EAF926-9073-4A73-B16B-32F1E67A1B4E}" srcOrd="18" destOrd="0" presId="urn:microsoft.com/office/officeart/2005/8/layout/list1"/>
    <dgm:cxn modelId="{088047EB-0F14-4F5A-B031-07C114160F63}" type="presParOf" srcId="{2D003747-2A65-417B-8529-5FA7C2BFC00B}" destId="{AEF8045B-B611-4881-A841-900C6E4C58AC}" srcOrd="19" destOrd="0" presId="urn:microsoft.com/office/officeart/2005/8/layout/list1"/>
    <dgm:cxn modelId="{82BDA89E-632C-4344-8572-19DD531A1F47}" type="presParOf" srcId="{2D003747-2A65-417B-8529-5FA7C2BFC00B}" destId="{0ED6F2F3-81F2-4B42-8152-FC1960530626}" srcOrd="20" destOrd="0" presId="urn:microsoft.com/office/officeart/2005/8/layout/list1"/>
    <dgm:cxn modelId="{2D88E76C-2E1C-4BC2-A6E7-4FE2D8BECB2E}" type="presParOf" srcId="{0ED6F2F3-81F2-4B42-8152-FC1960530626}" destId="{7BA62200-9173-4D7E-A040-017664924F68}" srcOrd="0" destOrd="0" presId="urn:microsoft.com/office/officeart/2005/8/layout/list1"/>
    <dgm:cxn modelId="{7DF5A96E-7BB4-44A9-BAC6-0F411D65BAEC}" type="presParOf" srcId="{0ED6F2F3-81F2-4B42-8152-FC1960530626}" destId="{24E1D86B-45B2-4D4D-8ADB-FFF0810D3F2C}" srcOrd="1" destOrd="0" presId="urn:microsoft.com/office/officeart/2005/8/layout/list1"/>
    <dgm:cxn modelId="{6818081D-CFF3-4ABB-BFF6-B512CF79BCB3}" type="presParOf" srcId="{2D003747-2A65-417B-8529-5FA7C2BFC00B}" destId="{19E973F3-2BA0-4F94-ABE7-94EFCE5E8ECC}" srcOrd="21" destOrd="0" presId="urn:microsoft.com/office/officeart/2005/8/layout/list1"/>
    <dgm:cxn modelId="{78FEBF1B-A2F0-4832-AC1C-16B2AC35C906}" type="presParOf" srcId="{2D003747-2A65-417B-8529-5FA7C2BFC00B}" destId="{8748771C-281E-4355-928D-4E829A5A2F42}" srcOrd="22" destOrd="0" presId="urn:microsoft.com/office/officeart/2005/8/layout/list1"/>
    <dgm:cxn modelId="{96BE9E89-30D2-40D8-B8E8-90491F624F61}" type="presParOf" srcId="{2D003747-2A65-417B-8529-5FA7C2BFC00B}" destId="{BB970076-C0EE-4DAB-990E-4495E3F7F194}" srcOrd="23" destOrd="0" presId="urn:microsoft.com/office/officeart/2005/8/layout/list1"/>
    <dgm:cxn modelId="{EAD24FA3-08F3-4CC6-B5A5-FBEB3B229AEF}" type="presParOf" srcId="{2D003747-2A65-417B-8529-5FA7C2BFC00B}" destId="{750C01FD-3753-4218-AFBC-F47B8FF14692}" srcOrd="24" destOrd="0" presId="urn:microsoft.com/office/officeart/2005/8/layout/list1"/>
    <dgm:cxn modelId="{BE5BE7D9-2C47-4EF3-9BCA-93431C567B03}" type="presParOf" srcId="{750C01FD-3753-4218-AFBC-F47B8FF14692}" destId="{C5AF6099-EB31-4356-80F1-56AD1AB07FC8}" srcOrd="0" destOrd="0" presId="urn:microsoft.com/office/officeart/2005/8/layout/list1"/>
    <dgm:cxn modelId="{6953C6C9-6259-486E-AA06-3916355B3003}" type="presParOf" srcId="{750C01FD-3753-4218-AFBC-F47B8FF14692}" destId="{788E509C-BA5D-48A5-842F-01E8C9275A8E}" srcOrd="1" destOrd="0" presId="urn:microsoft.com/office/officeart/2005/8/layout/list1"/>
    <dgm:cxn modelId="{754143C3-61CA-4987-B4D8-5931E5C29C23}" type="presParOf" srcId="{2D003747-2A65-417B-8529-5FA7C2BFC00B}" destId="{6B52BC81-564E-4623-B4B5-DD753035625A}" srcOrd="25" destOrd="0" presId="urn:microsoft.com/office/officeart/2005/8/layout/list1"/>
    <dgm:cxn modelId="{58839DA7-C775-48FE-97A3-A63CFF753476}" type="presParOf" srcId="{2D003747-2A65-417B-8529-5FA7C2BFC00B}" destId="{2B6787FE-0594-48C6-B528-25F760814939}" srcOrd="26" destOrd="0" presId="urn:microsoft.com/office/officeart/2005/8/layout/list1"/>
    <dgm:cxn modelId="{30C68406-5845-4F1A-85F9-559E95A4604A}" type="presParOf" srcId="{2D003747-2A65-417B-8529-5FA7C2BFC00B}" destId="{64C98671-D3B4-44F0-A825-9ECDF082B50A}" srcOrd="27" destOrd="0" presId="urn:microsoft.com/office/officeart/2005/8/layout/list1"/>
    <dgm:cxn modelId="{78EFD0DC-61EE-4A82-A1DF-58126E0851C9}" type="presParOf" srcId="{2D003747-2A65-417B-8529-5FA7C2BFC00B}" destId="{485DE4DB-2DD7-4854-AF0F-BEB750A526C5}" srcOrd="28" destOrd="0" presId="urn:microsoft.com/office/officeart/2005/8/layout/list1"/>
    <dgm:cxn modelId="{22F3656C-5409-4A65-B75A-A5BFE5FCFB01}" type="presParOf" srcId="{485DE4DB-2DD7-4854-AF0F-BEB750A526C5}" destId="{94D5DD68-578E-4B9D-9DD0-DC39FCAE73CE}" srcOrd="0" destOrd="0" presId="urn:microsoft.com/office/officeart/2005/8/layout/list1"/>
    <dgm:cxn modelId="{FC10156E-4726-43B8-B1D2-B05A66FDDB59}" type="presParOf" srcId="{485DE4DB-2DD7-4854-AF0F-BEB750A526C5}" destId="{0D5F5785-4261-45FC-A30C-441C711921C3}" srcOrd="1" destOrd="0" presId="urn:microsoft.com/office/officeart/2005/8/layout/list1"/>
    <dgm:cxn modelId="{959403A8-2091-4099-B982-F0018C2DAF27}" type="presParOf" srcId="{2D003747-2A65-417B-8529-5FA7C2BFC00B}" destId="{497B3613-3D3A-4745-9E52-D2655641A664}" srcOrd="29" destOrd="0" presId="urn:microsoft.com/office/officeart/2005/8/layout/list1"/>
    <dgm:cxn modelId="{30F60A9B-F073-40F6-8993-EF8E8EE7475C}" type="presParOf" srcId="{2D003747-2A65-417B-8529-5FA7C2BFC00B}" destId="{C52C2F1B-BDBC-4907-B106-DAEC846E022B}" srcOrd="30" destOrd="0" presId="urn:microsoft.com/office/officeart/2005/8/layout/list1"/>
    <dgm:cxn modelId="{B0944B07-6E02-453F-96F3-AF798F2EB40D}" type="presParOf" srcId="{2D003747-2A65-417B-8529-5FA7C2BFC00B}" destId="{F0E316AB-96CA-4277-AC3B-CA988F43E5DE}" srcOrd="31" destOrd="0" presId="urn:microsoft.com/office/officeart/2005/8/layout/list1"/>
    <dgm:cxn modelId="{F6D8118F-44BA-46AB-ACA6-C74AF557F86B}" type="presParOf" srcId="{2D003747-2A65-417B-8529-5FA7C2BFC00B}" destId="{204376B2-3B11-4E21-B1E9-EFB2C836FEEB}" srcOrd="32" destOrd="0" presId="urn:microsoft.com/office/officeart/2005/8/layout/list1"/>
    <dgm:cxn modelId="{DEE951F9-A3CF-4D13-85D2-4AE0EE7404D6}" type="presParOf" srcId="{204376B2-3B11-4E21-B1E9-EFB2C836FEEB}" destId="{1ABB8CB0-958B-476C-A637-1A12B0C8178A}" srcOrd="0" destOrd="0" presId="urn:microsoft.com/office/officeart/2005/8/layout/list1"/>
    <dgm:cxn modelId="{A057A220-7556-414E-ACE6-01A3BEC9C7B4}" type="presParOf" srcId="{204376B2-3B11-4E21-B1E9-EFB2C836FEEB}" destId="{12D07F89-A6A6-4FB4-818F-E6F63FB72DDF}" srcOrd="1" destOrd="0" presId="urn:microsoft.com/office/officeart/2005/8/layout/list1"/>
    <dgm:cxn modelId="{3A24731E-D609-4560-9671-DD0CEE38415D}" type="presParOf" srcId="{2D003747-2A65-417B-8529-5FA7C2BFC00B}" destId="{24AA8384-D437-4D5A-A98A-E4AF715CBFB7}" srcOrd="33" destOrd="0" presId="urn:microsoft.com/office/officeart/2005/8/layout/list1"/>
    <dgm:cxn modelId="{CD922D2F-4106-4A36-A5D3-A6777BB76E65}" type="presParOf" srcId="{2D003747-2A65-417B-8529-5FA7C2BFC00B}" destId="{490D856C-373A-4123-A323-E1912CFFD24D}" srcOrd="34" destOrd="0" presId="urn:microsoft.com/office/officeart/2005/8/layout/list1"/>
    <dgm:cxn modelId="{733FE6F0-B0F5-42BA-9571-4928A038358E}" type="presParOf" srcId="{2D003747-2A65-417B-8529-5FA7C2BFC00B}" destId="{E9C1BCC4-0213-4A23-90AE-08A605AE321D}" srcOrd="35" destOrd="0" presId="urn:microsoft.com/office/officeart/2005/8/layout/list1"/>
    <dgm:cxn modelId="{BF3F8023-A0F0-463D-8959-546B2FA38F93}" type="presParOf" srcId="{2D003747-2A65-417B-8529-5FA7C2BFC00B}" destId="{67A616FB-EEA8-44CF-8B53-FF7CD1898530}" srcOrd="36" destOrd="0" presId="urn:microsoft.com/office/officeart/2005/8/layout/list1"/>
    <dgm:cxn modelId="{E941A5C3-5DD5-4B30-8473-1AD2911EAF00}" type="presParOf" srcId="{67A616FB-EEA8-44CF-8B53-FF7CD1898530}" destId="{D0298ED9-D5C6-401F-B00C-07901311C054}" srcOrd="0" destOrd="0" presId="urn:microsoft.com/office/officeart/2005/8/layout/list1"/>
    <dgm:cxn modelId="{674E2BCE-639F-490C-AF95-068D0E474488}" type="presParOf" srcId="{67A616FB-EEA8-44CF-8B53-FF7CD1898530}" destId="{02EDC510-DE27-4178-8E2B-5CDCFAE4C2DA}" srcOrd="1" destOrd="0" presId="urn:microsoft.com/office/officeart/2005/8/layout/list1"/>
    <dgm:cxn modelId="{3574D67C-FE18-435E-92A5-75806CFB5F78}" type="presParOf" srcId="{2D003747-2A65-417B-8529-5FA7C2BFC00B}" destId="{B6FA496E-01CA-41F9-A187-EE5D600BB85F}" srcOrd="37" destOrd="0" presId="urn:microsoft.com/office/officeart/2005/8/layout/list1"/>
    <dgm:cxn modelId="{58E42708-5576-4726-9452-EA3E1C81DE65}" type="presParOf" srcId="{2D003747-2A65-417B-8529-5FA7C2BFC00B}" destId="{9964BC7D-077B-4BDF-9934-8E1C32D45B40}" srcOrd="38" destOrd="0" presId="urn:microsoft.com/office/officeart/2005/8/layout/list1"/>
    <dgm:cxn modelId="{540A903C-8A37-4F3B-8CEA-B67257C444B2}" type="presParOf" srcId="{2D003747-2A65-417B-8529-5FA7C2BFC00B}" destId="{10CCB06A-4D9C-4F11-AA25-FEFE1203DB3F}" srcOrd="39" destOrd="0" presId="urn:microsoft.com/office/officeart/2005/8/layout/list1"/>
    <dgm:cxn modelId="{73ECF713-C6EF-4377-8571-E2B9E2710811}" type="presParOf" srcId="{2D003747-2A65-417B-8529-5FA7C2BFC00B}" destId="{A06AC1E7-6EEE-47FA-A47F-0325236295A9}" srcOrd="40" destOrd="0" presId="urn:microsoft.com/office/officeart/2005/8/layout/list1"/>
    <dgm:cxn modelId="{3A36AC74-4A45-4159-BE0F-537F08E9920D}" type="presParOf" srcId="{A06AC1E7-6EEE-47FA-A47F-0325236295A9}" destId="{0692B9DE-1275-4768-9496-7F1C902D8158}" srcOrd="0" destOrd="0" presId="urn:microsoft.com/office/officeart/2005/8/layout/list1"/>
    <dgm:cxn modelId="{4CA54638-3CC4-4121-BBCC-D0F8C136A508}" type="presParOf" srcId="{A06AC1E7-6EEE-47FA-A47F-0325236295A9}" destId="{E9BDEFE6-2AA9-4D99-8708-786C268A8D00}" srcOrd="1" destOrd="0" presId="urn:microsoft.com/office/officeart/2005/8/layout/list1"/>
    <dgm:cxn modelId="{C10951FA-D437-497E-AEBA-BD23F93724E7}" type="presParOf" srcId="{2D003747-2A65-417B-8529-5FA7C2BFC00B}" destId="{E06960B2-9B63-4257-89BA-14DE5AA10FB7}" srcOrd="41" destOrd="0" presId="urn:microsoft.com/office/officeart/2005/8/layout/list1"/>
    <dgm:cxn modelId="{E30F59C9-A165-40D4-9431-6636BD0039EF}" type="presParOf" srcId="{2D003747-2A65-417B-8529-5FA7C2BFC00B}" destId="{795C62F2-514F-4016-9A1C-15AE42B6812C}" srcOrd="42" destOrd="0" presId="urn:microsoft.com/office/officeart/2005/8/layout/list1"/>
    <dgm:cxn modelId="{E1E849DE-91B2-463D-973B-7388C531042A}" type="presParOf" srcId="{2D003747-2A65-417B-8529-5FA7C2BFC00B}" destId="{63D69A65-BB54-4311-AD58-D3D0EB0C9577}" srcOrd="43" destOrd="0" presId="urn:microsoft.com/office/officeart/2005/8/layout/list1"/>
    <dgm:cxn modelId="{69A383FB-B15D-4176-B46C-62D5D2F383B4}" type="presParOf" srcId="{2D003747-2A65-417B-8529-5FA7C2BFC00B}" destId="{A3A1AE26-3358-4963-A097-F4E24561B1E5}" srcOrd="44" destOrd="0" presId="urn:microsoft.com/office/officeart/2005/8/layout/list1"/>
    <dgm:cxn modelId="{E7DFED94-AFDF-499F-BBAB-16FFB1037519}" type="presParOf" srcId="{A3A1AE26-3358-4963-A097-F4E24561B1E5}" destId="{8D6449C0-9918-4890-A6EC-58CD6C7D3051}" srcOrd="0" destOrd="0" presId="urn:microsoft.com/office/officeart/2005/8/layout/list1"/>
    <dgm:cxn modelId="{D795541A-F8AA-4CD2-AC2D-42993B88BD96}" type="presParOf" srcId="{A3A1AE26-3358-4963-A097-F4E24561B1E5}" destId="{A3EB6E2F-CE4B-4C03-9418-3B5EB8FD63C2}" srcOrd="1" destOrd="0" presId="urn:microsoft.com/office/officeart/2005/8/layout/list1"/>
    <dgm:cxn modelId="{4BC7099D-B466-4875-AF53-E8FF7F542823}" type="presParOf" srcId="{2D003747-2A65-417B-8529-5FA7C2BFC00B}" destId="{D49E9B9B-B01B-4C31-9C25-E0CC7D18C8E2}" srcOrd="45" destOrd="0" presId="urn:microsoft.com/office/officeart/2005/8/layout/list1"/>
    <dgm:cxn modelId="{28312ED3-521C-49E1-949C-57C639076AB4}" type="presParOf" srcId="{2D003747-2A65-417B-8529-5FA7C2BFC00B}" destId="{79754CC1-DE08-46D9-8641-8974F1DF0269}" srcOrd="46" destOrd="0" presId="urn:microsoft.com/office/officeart/2005/8/layout/list1"/>
    <dgm:cxn modelId="{21D56561-110E-4B69-8A0F-DE67871F705C}" type="presParOf" srcId="{2D003747-2A65-417B-8529-5FA7C2BFC00B}" destId="{15C854F8-EEB1-4325-AB97-1A603448D751}" srcOrd="47" destOrd="0" presId="urn:microsoft.com/office/officeart/2005/8/layout/list1"/>
    <dgm:cxn modelId="{1A4C1790-DDFC-49EC-B91C-72D576B1D411}" type="presParOf" srcId="{2D003747-2A65-417B-8529-5FA7C2BFC00B}" destId="{1613C804-A80E-4D27-844C-C981F0A4A039}" srcOrd="48" destOrd="0" presId="urn:microsoft.com/office/officeart/2005/8/layout/list1"/>
    <dgm:cxn modelId="{5E5D28E7-430C-4848-9ADD-B0F9EC2725AA}" type="presParOf" srcId="{1613C804-A80E-4D27-844C-C981F0A4A039}" destId="{A2F667C8-1589-4315-B58F-0B0B206A01C9}" srcOrd="0" destOrd="0" presId="urn:microsoft.com/office/officeart/2005/8/layout/list1"/>
    <dgm:cxn modelId="{F1BA9956-29E5-45E7-9D5E-C9BD63A91D9F}" type="presParOf" srcId="{1613C804-A80E-4D27-844C-C981F0A4A039}" destId="{042A80A1-5BD3-4027-AFBD-A3D8D08AA456}" srcOrd="1" destOrd="0" presId="urn:microsoft.com/office/officeart/2005/8/layout/list1"/>
    <dgm:cxn modelId="{E87CCB93-9D22-4A32-96F4-9838FEC0B67F}" type="presParOf" srcId="{2D003747-2A65-417B-8529-5FA7C2BFC00B}" destId="{A48F88F5-A19B-4740-8A76-AD8EFACF541E}" srcOrd="49" destOrd="0" presId="urn:microsoft.com/office/officeart/2005/8/layout/list1"/>
    <dgm:cxn modelId="{59627033-EECF-4F65-B67C-76C5C06DFBC0}" type="presParOf" srcId="{2D003747-2A65-417B-8529-5FA7C2BFC00B}" destId="{589ABCE4-EDF8-414E-A91E-15457B56B0D1}" srcOrd="50" destOrd="0" presId="urn:microsoft.com/office/officeart/2005/8/layout/list1"/>
    <dgm:cxn modelId="{4D754F61-EA84-4290-9D7D-75668C03A4CC}" type="presParOf" srcId="{2D003747-2A65-417B-8529-5FA7C2BFC00B}" destId="{494E109E-71F5-4255-AFF0-CFF38D44102D}" srcOrd="51" destOrd="0" presId="urn:microsoft.com/office/officeart/2005/8/layout/list1"/>
    <dgm:cxn modelId="{80940CDD-9DCC-49B5-8329-2D6950F9B6D4}" type="presParOf" srcId="{2D003747-2A65-417B-8529-5FA7C2BFC00B}" destId="{06480081-8B55-4480-B39F-57F57439EAFF}" srcOrd="52" destOrd="0" presId="urn:microsoft.com/office/officeart/2005/8/layout/list1"/>
    <dgm:cxn modelId="{EC02C3A5-49A1-4C72-B6D6-AD816B22A9EC}" type="presParOf" srcId="{06480081-8B55-4480-B39F-57F57439EAFF}" destId="{51F4F8AD-7D86-4EBC-8250-74F69498A41A}" srcOrd="0" destOrd="0" presId="urn:microsoft.com/office/officeart/2005/8/layout/list1"/>
    <dgm:cxn modelId="{330801C0-64B6-4A9A-8BDC-97059CC654FD}" type="presParOf" srcId="{06480081-8B55-4480-B39F-57F57439EAFF}" destId="{C78651E4-BCF6-49D0-8114-BF4B8FA6CD56}" srcOrd="1" destOrd="0" presId="urn:microsoft.com/office/officeart/2005/8/layout/list1"/>
    <dgm:cxn modelId="{D447EA4E-CA85-4276-B821-F724D15C51FB}" type="presParOf" srcId="{2D003747-2A65-417B-8529-5FA7C2BFC00B}" destId="{8594D258-9F76-47C7-8C60-C66C6A5D51BE}" srcOrd="53" destOrd="0" presId="urn:microsoft.com/office/officeart/2005/8/layout/list1"/>
    <dgm:cxn modelId="{511476D7-7ADE-4000-886F-D73743D15038}" type="presParOf" srcId="{2D003747-2A65-417B-8529-5FA7C2BFC00B}" destId="{7885586D-5780-4559-BA96-50BDCFE6558A}" srcOrd="54" destOrd="0" presId="urn:microsoft.com/office/officeart/2005/8/layout/list1"/>
    <dgm:cxn modelId="{755DE8D8-7E91-428A-9025-5F4557909436}" type="presParOf" srcId="{2D003747-2A65-417B-8529-5FA7C2BFC00B}" destId="{E9024DA5-2961-482E-9539-A7F4A7B43D6C}" srcOrd="55" destOrd="0" presId="urn:microsoft.com/office/officeart/2005/8/layout/list1"/>
    <dgm:cxn modelId="{18D5D164-74F6-478D-B9A8-80A0B7A384AE}" type="presParOf" srcId="{2D003747-2A65-417B-8529-5FA7C2BFC00B}" destId="{486688EC-9651-47AF-A66A-35651AABF319}" srcOrd="56" destOrd="0" presId="urn:microsoft.com/office/officeart/2005/8/layout/list1"/>
    <dgm:cxn modelId="{0EBB21EC-BDD2-4BA5-8233-9A442D582783}" type="presParOf" srcId="{486688EC-9651-47AF-A66A-35651AABF319}" destId="{598CA338-BA81-4FAF-911B-DFAD6A09E7DB}" srcOrd="0" destOrd="0" presId="urn:microsoft.com/office/officeart/2005/8/layout/list1"/>
    <dgm:cxn modelId="{ABDF890D-F94B-4E94-B81F-941589A1072B}" type="presParOf" srcId="{486688EC-9651-47AF-A66A-35651AABF319}" destId="{3917D57A-37C4-4DB9-B52A-908D935C007F}" srcOrd="1" destOrd="0" presId="urn:microsoft.com/office/officeart/2005/8/layout/list1"/>
    <dgm:cxn modelId="{2F42FAA2-C843-4997-87AD-025FFEB9CF3A}" type="presParOf" srcId="{2D003747-2A65-417B-8529-5FA7C2BFC00B}" destId="{7D577030-181C-423F-8F70-B6121B63D720}" srcOrd="57" destOrd="0" presId="urn:microsoft.com/office/officeart/2005/8/layout/list1"/>
    <dgm:cxn modelId="{AB8C7655-04AF-411F-BF5E-43C0FD31C733}" type="presParOf" srcId="{2D003747-2A65-417B-8529-5FA7C2BFC00B}" destId="{3F97BA14-AD05-44EC-AE99-3EB68EB585C9}" srcOrd="58" destOrd="0" presId="urn:microsoft.com/office/officeart/2005/8/layout/list1"/>
    <dgm:cxn modelId="{CC5A7698-7955-4B2F-8E9F-26F8120DDD36}" type="presParOf" srcId="{2D003747-2A65-417B-8529-5FA7C2BFC00B}" destId="{04D4160E-5BEF-434A-B096-412C5CBB57B0}" srcOrd="59" destOrd="0" presId="urn:microsoft.com/office/officeart/2005/8/layout/list1"/>
    <dgm:cxn modelId="{4A3F5733-C3D1-42F2-BB80-D54FE35120F0}" type="presParOf" srcId="{2D003747-2A65-417B-8529-5FA7C2BFC00B}" destId="{6585FFA2-0130-4215-AF65-F38B7806AB83}" srcOrd="60" destOrd="0" presId="urn:microsoft.com/office/officeart/2005/8/layout/list1"/>
    <dgm:cxn modelId="{C4BCA39D-BA16-47B8-B508-620E27377000}" type="presParOf" srcId="{6585FFA2-0130-4215-AF65-F38B7806AB83}" destId="{21F22817-62EA-4D3F-8589-DDA4E2D2E274}" srcOrd="0" destOrd="0" presId="urn:microsoft.com/office/officeart/2005/8/layout/list1"/>
    <dgm:cxn modelId="{0752544F-F598-42CE-ACC3-930E8F05DD9C}" type="presParOf" srcId="{6585FFA2-0130-4215-AF65-F38B7806AB83}" destId="{0CC364E5-6183-40ED-9405-49C972D7EFE9}" srcOrd="1" destOrd="0" presId="urn:microsoft.com/office/officeart/2005/8/layout/list1"/>
    <dgm:cxn modelId="{AF67AF03-9B4D-4E18-BDE7-051F24FD68B2}" type="presParOf" srcId="{2D003747-2A65-417B-8529-5FA7C2BFC00B}" destId="{5D5DB144-B872-4A46-9F83-5CE4CECA8465}" srcOrd="61" destOrd="0" presId="urn:microsoft.com/office/officeart/2005/8/layout/list1"/>
    <dgm:cxn modelId="{3DE73477-05F7-4D95-9091-C13E54184089}" type="presParOf" srcId="{2D003747-2A65-417B-8529-5FA7C2BFC00B}" destId="{9963306D-70A0-4A8C-A421-AA0760B699AC}" srcOrd="62" destOrd="0" presId="urn:microsoft.com/office/officeart/2005/8/layout/list1"/>
    <dgm:cxn modelId="{D298D9EB-C183-4BFF-8A82-740F82D2D567}" type="presParOf" srcId="{2D003747-2A65-417B-8529-5FA7C2BFC00B}" destId="{773B06BE-71BB-4341-B5A6-5D9983EB8C9C}" srcOrd="63" destOrd="0" presId="urn:microsoft.com/office/officeart/2005/8/layout/list1"/>
    <dgm:cxn modelId="{C4A56797-9C56-490C-A40E-797ACD1A0732}" type="presParOf" srcId="{2D003747-2A65-417B-8529-5FA7C2BFC00B}" destId="{B511E28B-E610-4B5C-B60E-CD57742A87DF}" srcOrd="64" destOrd="0" presId="urn:microsoft.com/office/officeart/2005/8/layout/list1"/>
    <dgm:cxn modelId="{2CCEF923-A082-42A4-BA28-FC4ABACD39FB}" type="presParOf" srcId="{B511E28B-E610-4B5C-B60E-CD57742A87DF}" destId="{3B3245CB-F806-4172-A163-E8553C7AAF06}" srcOrd="0" destOrd="0" presId="urn:microsoft.com/office/officeart/2005/8/layout/list1"/>
    <dgm:cxn modelId="{2457AB58-6D9E-4562-9A0B-27FCC807D216}" type="presParOf" srcId="{B511E28B-E610-4B5C-B60E-CD57742A87DF}" destId="{7C1A3885-B3E8-4932-8153-33364AB90E8D}" srcOrd="1" destOrd="0" presId="urn:microsoft.com/office/officeart/2005/8/layout/list1"/>
    <dgm:cxn modelId="{0F32A16D-9A99-446D-9C17-81C55463E82F}" type="presParOf" srcId="{2D003747-2A65-417B-8529-5FA7C2BFC00B}" destId="{C7C489A0-ED28-4F6E-8A3F-01C74A87B343}" srcOrd="65" destOrd="0" presId="urn:microsoft.com/office/officeart/2005/8/layout/list1"/>
    <dgm:cxn modelId="{0EEAB9F9-EB79-4D93-88BA-97D33D053189}" type="presParOf" srcId="{2D003747-2A65-417B-8529-5FA7C2BFC00B}" destId="{BB3B0778-200D-4D20-928A-E5AC3BD5D2AD}" srcOrd="66" destOrd="0" presId="urn:microsoft.com/office/officeart/2005/8/layout/list1"/>
    <dgm:cxn modelId="{D9734693-0B64-444D-B785-3FD3CA62F2B0}" type="presParOf" srcId="{2D003747-2A65-417B-8529-5FA7C2BFC00B}" destId="{291CAEB2-DD9F-46B7-B9DA-843815CBA47F}" srcOrd="67" destOrd="0" presId="urn:microsoft.com/office/officeart/2005/8/layout/list1"/>
    <dgm:cxn modelId="{4044D066-252E-4939-942B-B831AB55BAEE}" type="presParOf" srcId="{2D003747-2A65-417B-8529-5FA7C2BFC00B}" destId="{97DE6223-C22B-465B-890A-EC77783A438E}" srcOrd="68" destOrd="0" presId="urn:microsoft.com/office/officeart/2005/8/layout/list1"/>
    <dgm:cxn modelId="{215FB057-71CC-476B-86E5-2BE98DE988CC}" type="presParOf" srcId="{97DE6223-C22B-465B-890A-EC77783A438E}" destId="{27FCD13B-1EC1-4315-B4AE-8341AA1E88A6}" srcOrd="0" destOrd="0" presId="urn:microsoft.com/office/officeart/2005/8/layout/list1"/>
    <dgm:cxn modelId="{A7014057-8995-48E4-BFC7-959BA72B3BF0}" type="presParOf" srcId="{97DE6223-C22B-465B-890A-EC77783A438E}" destId="{0071381F-AD5D-4FC1-B26A-05CB1C6510C6}" srcOrd="1" destOrd="0" presId="urn:microsoft.com/office/officeart/2005/8/layout/list1"/>
    <dgm:cxn modelId="{873AF066-A330-4B24-A49F-08205BE5ED39}" type="presParOf" srcId="{2D003747-2A65-417B-8529-5FA7C2BFC00B}" destId="{FB3E815B-F7CA-4EF1-83DD-783C41CF12A1}" srcOrd="69" destOrd="0" presId="urn:microsoft.com/office/officeart/2005/8/layout/list1"/>
    <dgm:cxn modelId="{729FF2C1-16D2-4844-9609-90115991F804}" type="presParOf" srcId="{2D003747-2A65-417B-8529-5FA7C2BFC00B}" destId="{A1CBB754-2EF1-4160-9CAF-F4D25DBDAA9C}" srcOrd="70" destOrd="0" presId="urn:microsoft.com/office/officeart/2005/8/layout/list1"/>
    <dgm:cxn modelId="{D269053A-4C41-40C7-8D23-9B5EEF6FF2BE}" type="presParOf" srcId="{2D003747-2A65-417B-8529-5FA7C2BFC00B}" destId="{AD3B3722-AD55-432C-8E17-AE158371752A}" srcOrd="71" destOrd="0" presId="urn:microsoft.com/office/officeart/2005/8/layout/list1"/>
    <dgm:cxn modelId="{6663CC28-C664-49CA-A6E2-387B64192E1A}" type="presParOf" srcId="{2D003747-2A65-417B-8529-5FA7C2BFC00B}" destId="{922092BE-D430-439A-8A89-B839959DE390}" srcOrd="72" destOrd="0" presId="urn:microsoft.com/office/officeart/2005/8/layout/list1"/>
    <dgm:cxn modelId="{5D5ECB69-0166-4DD9-8EB6-75718FFE3961}" type="presParOf" srcId="{922092BE-D430-439A-8A89-B839959DE390}" destId="{DF483EFF-0D48-4C7B-94C6-FC129DF86FD6}" srcOrd="0" destOrd="0" presId="urn:microsoft.com/office/officeart/2005/8/layout/list1"/>
    <dgm:cxn modelId="{A3099188-2977-4108-9AC6-6721B6B943B6}" type="presParOf" srcId="{922092BE-D430-439A-8A89-B839959DE390}" destId="{281C491C-8564-4CDB-8E16-54069B374429}" srcOrd="1" destOrd="0" presId="urn:microsoft.com/office/officeart/2005/8/layout/list1"/>
    <dgm:cxn modelId="{EBD9BA86-4520-4F4A-B386-A98BD98615F5}" type="presParOf" srcId="{2D003747-2A65-417B-8529-5FA7C2BFC00B}" destId="{E9B5C55D-9CE2-4BCE-8920-9706EB15A805}" srcOrd="73" destOrd="0" presId="urn:microsoft.com/office/officeart/2005/8/layout/list1"/>
    <dgm:cxn modelId="{CA39C243-2C92-4334-8BC9-74E40FF99AAF}" type="presParOf" srcId="{2D003747-2A65-417B-8529-5FA7C2BFC00B}" destId="{259ACCF6-3385-46E1-818B-4C4AA22E668D}" srcOrd="7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56CDFB-D30E-4A30-AF33-E4A2DB500954}">
      <dsp:nvSpPr>
        <dsp:cNvPr id="0" name=""/>
        <dsp:cNvSpPr/>
      </dsp:nvSpPr>
      <dsp:spPr>
        <a:xfrm>
          <a:off x="0" y="46694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A5D859-B671-47E2-8097-6B39C0740832}">
      <dsp:nvSpPr>
        <dsp:cNvPr id="0" name=""/>
        <dsp:cNvSpPr/>
      </dsp:nvSpPr>
      <dsp:spPr>
        <a:xfrm>
          <a:off x="279944" y="37838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mn-cs"/>
            </a:rPr>
            <a:t>Safety</a:t>
          </a:r>
        </a:p>
      </dsp:txBody>
      <dsp:txXfrm>
        <a:off x="288590" y="387033"/>
        <a:ext cx="3901926" cy="159828"/>
      </dsp:txXfrm>
    </dsp:sp>
    <dsp:sp modelId="{F7B2B833-D1F0-473A-8696-41BB6C63BB0F}">
      <dsp:nvSpPr>
        <dsp:cNvPr id="0" name=""/>
        <dsp:cNvSpPr/>
      </dsp:nvSpPr>
      <dsp:spPr>
        <a:xfrm>
          <a:off x="0" y="73910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6DB6FF3-D329-4C93-B22B-65A283806062}">
      <dsp:nvSpPr>
        <dsp:cNvPr id="0" name=""/>
        <dsp:cNvSpPr/>
      </dsp:nvSpPr>
      <dsp:spPr>
        <a:xfrm>
          <a:off x="279944" y="65054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mn-cs"/>
            </a:rPr>
            <a:t>Key DEPCOM Stakeholders</a:t>
          </a:r>
        </a:p>
      </dsp:txBody>
      <dsp:txXfrm>
        <a:off x="288590" y="659193"/>
        <a:ext cx="3901926" cy="159828"/>
      </dsp:txXfrm>
    </dsp:sp>
    <dsp:sp modelId="{842D9D25-DB30-4C0F-876A-3FF33C05EB56}">
      <dsp:nvSpPr>
        <dsp:cNvPr id="0" name=""/>
        <dsp:cNvSpPr/>
      </dsp:nvSpPr>
      <dsp:spPr>
        <a:xfrm>
          <a:off x="0" y="101126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6973DE-2DC8-45B9-B265-F30A86D0D0E5}">
      <dsp:nvSpPr>
        <dsp:cNvPr id="0" name=""/>
        <dsp:cNvSpPr/>
      </dsp:nvSpPr>
      <dsp:spPr>
        <a:xfrm>
          <a:off x="279944" y="92270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mn-cs"/>
            </a:rPr>
            <a:t>Principle Based Management (PBM) Overview</a:t>
          </a:r>
        </a:p>
      </dsp:txBody>
      <dsp:txXfrm>
        <a:off x="288590" y="931353"/>
        <a:ext cx="3901926" cy="159828"/>
      </dsp:txXfrm>
    </dsp:sp>
    <dsp:sp modelId="{A79EE709-8A78-40B6-8420-B97912518428}">
      <dsp:nvSpPr>
        <dsp:cNvPr id="0" name=""/>
        <dsp:cNvSpPr/>
      </dsp:nvSpPr>
      <dsp:spPr>
        <a:xfrm>
          <a:off x="0" y="128342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088422-7BFA-44CE-8C2C-FB72AECDAA55}">
      <dsp:nvSpPr>
        <dsp:cNvPr id="0" name=""/>
        <dsp:cNvSpPr/>
      </dsp:nvSpPr>
      <dsp:spPr>
        <a:xfrm>
          <a:off x="279944" y="119486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000000"/>
              </a:solidFill>
              <a:latin typeface="Calibri"/>
              <a:ea typeface="Calibri"/>
              <a:cs typeface="Calibri"/>
            </a:rPr>
            <a:t>Stewardship</a:t>
          </a:r>
          <a:endParaRPr lang="en-US" sz="1200" kern="1200">
            <a:solidFill>
              <a:srgbClr val="1C1C1C"/>
            </a:solidFill>
            <a:latin typeface="Calibri"/>
            <a:ea typeface="Calibri"/>
            <a:cs typeface="Calibri"/>
          </a:endParaRPr>
        </a:p>
      </dsp:txBody>
      <dsp:txXfrm>
        <a:off x="288590" y="1203513"/>
        <a:ext cx="3901926" cy="159828"/>
      </dsp:txXfrm>
    </dsp:sp>
    <dsp:sp modelId="{B1EAF926-9073-4A73-B16B-32F1E67A1B4E}">
      <dsp:nvSpPr>
        <dsp:cNvPr id="0" name=""/>
        <dsp:cNvSpPr/>
      </dsp:nvSpPr>
      <dsp:spPr>
        <a:xfrm>
          <a:off x="0" y="155558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AA1C8F-85EC-4652-BFFA-A21BB146BA4D}">
      <dsp:nvSpPr>
        <dsp:cNvPr id="0" name=""/>
        <dsp:cNvSpPr/>
      </dsp:nvSpPr>
      <dsp:spPr>
        <a:xfrm>
          <a:off x="279944" y="146702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100000"/>
            </a:lnSpc>
            <a:spcBef>
              <a:spcPct val="0"/>
            </a:spcBef>
            <a:spcAft>
              <a:spcPct val="35000"/>
            </a:spcAft>
            <a:buNone/>
          </a:pPr>
          <a:r>
            <a:rPr lang="en-US" sz="1200" kern="1200">
              <a:solidFill>
                <a:srgbClr val="000000"/>
              </a:solidFill>
              <a:latin typeface="Calibri"/>
              <a:ea typeface="Calibri"/>
              <a:cs typeface="Calibri"/>
            </a:rPr>
            <a:t>Project Intro</a:t>
          </a:r>
          <a:endParaRPr lang="en-US" sz="600" kern="1200">
            <a:solidFill>
              <a:srgbClr val="1C1C1C"/>
            </a:solidFill>
            <a:latin typeface="Calibri"/>
            <a:ea typeface="Calibri"/>
            <a:cs typeface="Calibri"/>
          </a:endParaRPr>
        </a:p>
      </dsp:txBody>
      <dsp:txXfrm>
        <a:off x="288590" y="1475673"/>
        <a:ext cx="3901926" cy="159828"/>
      </dsp:txXfrm>
    </dsp:sp>
    <dsp:sp modelId="{8748771C-281E-4355-928D-4E829A5A2F42}">
      <dsp:nvSpPr>
        <dsp:cNvPr id="0" name=""/>
        <dsp:cNvSpPr/>
      </dsp:nvSpPr>
      <dsp:spPr>
        <a:xfrm>
          <a:off x="0" y="182774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E1D86B-45B2-4D4D-8ADB-FFF0810D3F2C}">
      <dsp:nvSpPr>
        <dsp:cNvPr id="0" name=""/>
        <dsp:cNvSpPr/>
      </dsp:nvSpPr>
      <dsp:spPr>
        <a:xfrm>
          <a:off x="279944" y="173918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mn-cs"/>
            </a:rPr>
            <a:t>Schedule Milestones</a:t>
          </a:r>
        </a:p>
      </dsp:txBody>
      <dsp:txXfrm>
        <a:off x="288590" y="1747833"/>
        <a:ext cx="3901926" cy="159828"/>
      </dsp:txXfrm>
    </dsp:sp>
    <dsp:sp modelId="{2B6787FE-0594-48C6-B528-25F760814939}">
      <dsp:nvSpPr>
        <dsp:cNvPr id="0" name=""/>
        <dsp:cNvSpPr/>
      </dsp:nvSpPr>
      <dsp:spPr>
        <a:xfrm>
          <a:off x="0" y="209990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8E509C-BA5D-48A5-842F-01E8C9275A8E}">
      <dsp:nvSpPr>
        <dsp:cNvPr id="0" name=""/>
        <dsp:cNvSpPr/>
      </dsp:nvSpPr>
      <dsp:spPr>
        <a:xfrm>
          <a:off x="279944" y="201134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mn-cs"/>
            </a:rPr>
            <a:t>Procurement </a:t>
          </a:r>
          <a:r>
            <a:rPr lang="en-US" sz="1200" kern="1200">
              <a:solidFill>
                <a:srgbClr val="000000"/>
              </a:solidFill>
              <a:latin typeface="Calibri"/>
              <a:ea typeface="+mn-ea"/>
              <a:cs typeface="+mn-cs"/>
            </a:rPr>
            <a:t>Schedule</a:t>
          </a:r>
          <a:endParaRPr lang="en-US" sz="1200" kern="1200">
            <a:solidFill>
              <a:srgbClr val="1C1C1C"/>
            </a:solidFill>
            <a:latin typeface="Calibri"/>
            <a:ea typeface="+mn-ea"/>
            <a:cs typeface="+mn-cs"/>
          </a:endParaRPr>
        </a:p>
      </dsp:txBody>
      <dsp:txXfrm>
        <a:off x="288590" y="2019993"/>
        <a:ext cx="3901926" cy="159828"/>
      </dsp:txXfrm>
    </dsp:sp>
    <dsp:sp modelId="{C52C2F1B-BDBC-4907-B106-DAEC846E022B}">
      <dsp:nvSpPr>
        <dsp:cNvPr id="0" name=""/>
        <dsp:cNvSpPr/>
      </dsp:nvSpPr>
      <dsp:spPr>
        <a:xfrm>
          <a:off x="0" y="237206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5F5785-4261-45FC-A30C-441C711921C3}">
      <dsp:nvSpPr>
        <dsp:cNvPr id="0" name=""/>
        <dsp:cNvSpPr/>
      </dsp:nvSpPr>
      <dsp:spPr>
        <a:xfrm>
          <a:off x="279944" y="228350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000000"/>
              </a:solidFill>
              <a:latin typeface="Calibri"/>
              <a:ea typeface="+mn-ea"/>
              <a:cs typeface="+mn-cs"/>
            </a:rPr>
            <a:t>Project Risks &amp; Opportunities</a:t>
          </a:r>
          <a:endParaRPr lang="en-US" sz="1200" kern="1200">
            <a:solidFill>
              <a:srgbClr val="1C1C1C"/>
            </a:solidFill>
            <a:latin typeface="Calibri"/>
            <a:ea typeface="+mn-ea"/>
            <a:cs typeface="+mn-cs"/>
          </a:endParaRPr>
        </a:p>
      </dsp:txBody>
      <dsp:txXfrm>
        <a:off x="288590" y="2292153"/>
        <a:ext cx="3901926" cy="159828"/>
      </dsp:txXfrm>
    </dsp:sp>
    <dsp:sp modelId="{490D856C-373A-4123-A323-E1912CFFD24D}">
      <dsp:nvSpPr>
        <dsp:cNvPr id="0" name=""/>
        <dsp:cNvSpPr/>
      </dsp:nvSpPr>
      <dsp:spPr>
        <a:xfrm>
          <a:off x="0" y="264422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D07F89-A6A6-4FB4-818F-E6F63FB72DDF}">
      <dsp:nvSpPr>
        <dsp:cNvPr id="0" name=""/>
        <dsp:cNvSpPr/>
      </dsp:nvSpPr>
      <dsp:spPr>
        <a:xfrm>
          <a:off x="279944" y="255566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Engineering Status</a:t>
          </a:r>
        </a:p>
      </dsp:txBody>
      <dsp:txXfrm>
        <a:off x="288590" y="2564313"/>
        <a:ext cx="3901926" cy="159828"/>
      </dsp:txXfrm>
    </dsp:sp>
    <dsp:sp modelId="{9964BC7D-077B-4BDF-9934-8E1C32D45B40}">
      <dsp:nvSpPr>
        <dsp:cNvPr id="0" name=""/>
        <dsp:cNvSpPr/>
      </dsp:nvSpPr>
      <dsp:spPr>
        <a:xfrm>
          <a:off x="0" y="291638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EDC510-DE27-4178-8E2B-5CDCFAE4C2DA}">
      <dsp:nvSpPr>
        <dsp:cNvPr id="0" name=""/>
        <dsp:cNvSpPr/>
      </dsp:nvSpPr>
      <dsp:spPr>
        <a:xfrm>
          <a:off x="279944" y="282782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Subcontractors</a:t>
          </a:r>
        </a:p>
      </dsp:txBody>
      <dsp:txXfrm>
        <a:off x="288590" y="2836473"/>
        <a:ext cx="3901926" cy="159828"/>
      </dsp:txXfrm>
    </dsp:sp>
    <dsp:sp modelId="{795C62F2-514F-4016-9A1C-15AE42B6812C}">
      <dsp:nvSpPr>
        <dsp:cNvPr id="0" name=""/>
        <dsp:cNvSpPr/>
      </dsp:nvSpPr>
      <dsp:spPr>
        <a:xfrm>
          <a:off x="0" y="318854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BDEFE6-2AA9-4D99-8708-786C268A8D00}">
      <dsp:nvSpPr>
        <dsp:cNvPr id="0" name=""/>
        <dsp:cNvSpPr/>
      </dsp:nvSpPr>
      <dsp:spPr>
        <a:xfrm>
          <a:off x="279944" y="309998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Team Goals</a:t>
          </a:r>
        </a:p>
      </dsp:txBody>
      <dsp:txXfrm>
        <a:off x="288590" y="3108633"/>
        <a:ext cx="3901926" cy="159828"/>
      </dsp:txXfrm>
    </dsp:sp>
    <dsp:sp modelId="{79754CC1-DE08-46D9-8641-8974F1DF0269}">
      <dsp:nvSpPr>
        <dsp:cNvPr id="0" name=""/>
        <dsp:cNvSpPr/>
      </dsp:nvSpPr>
      <dsp:spPr>
        <a:xfrm>
          <a:off x="0" y="346070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EB6E2F-CE4B-4C03-9418-3B5EB8FD63C2}">
      <dsp:nvSpPr>
        <dsp:cNvPr id="0" name=""/>
        <dsp:cNvSpPr/>
      </dsp:nvSpPr>
      <dsp:spPr>
        <a:xfrm>
          <a:off x="279944" y="337214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Procore / Communications</a:t>
          </a:r>
        </a:p>
      </dsp:txBody>
      <dsp:txXfrm>
        <a:off x="288590" y="3380793"/>
        <a:ext cx="3901926" cy="159828"/>
      </dsp:txXfrm>
    </dsp:sp>
    <dsp:sp modelId="{589ABCE4-EDF8-414E-A91E-15457B56B0D1}">
      <dsp:nvSpPr>
        <dsp:cNvPr id="0" name=""/>
        <dsp:cNvSpPr/>
      </dsp:nvSpPr>
      <dsp:spPr>
        <a:xfrm>
          <a:off x="0" y="373286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2A80A1-5BD3-4027-AFBD-A3D8D08AA456}">
      <dsp:nvSpPr>
        <dsp:cNvPr id="0" name=""/>
        <dsp:cNvSpPr/>
      </dsp:nvSpPr>
      <dsp:spPr>
        <a:xfrm>
          <a:off x="279944" y="364430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Quality Management</a:t>
          </a:r>
        </a:p>
      </dsp:txBody>
      <dsp:txXfrm>
        <a:off x="288590" y="3652953"/>
        <a:ext cx="3901926" cy="159828"/>
      </dsp:txXfrm>
    </dsp:sp>
    <dsp:sp modelId="{7885586D-5780-4559-BA96-50BDCFE6558A}">
      <dsp:nvSpPr>
        <dsp:cNvPr id="0" name=""/>
        <dsp:cNvSpPr/>
      </dsp:nvSpPr>
      <dsp:spPr>
        <a:xfrm>
          <a:off x="0" y="400502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8651E4-BCF6-49D0-8114-BF4B8FA6CD56}">
      <dsp:nvSpPr>
        <dsp:cNvPr id="0" name=""/>
        <dsp:cNvSpPr/>
      </dsp:nvSpPr>
      <dsp:spPr>
        <a:xfrm>
          <a:off x="279944" y="391646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Logistics Management</a:t>
          </a:r>
        </a:p>
      </dsp:txBody>
      <dsp:txXfrm>
        <a:off x="288590" y="3925113"/>
        <a:ext cx="3901926" cy="159828"/>
      </dsp:txXfrm>
    </dsp:sp>
    <dsp:sp modelId="{3F97BA14-AD05-44EC-AE99-3EB68EB585C9}">
      <dsp:nvSpPr>
        <dsp:cNvPr id="0" name=""/>
        <dsp:cNvSpPr/>
      </dsp:nvSpPr>
      <dsp:spPr>
        <a:xfrm>
          <a:off x="0" y="427718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17D57A-37C4-4DB9-B52A-908D935C007F}">
      <dsp:nvSpPr>
        <dsp:cNvPr id="0" name=""/>
        <dsp:cNvSpPr/>
      </dsp:nvSpPr>
      <dsp:spPr>
        <a:xfrm>
          <a:off x="279944" y="418862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Construction Management Review</a:t>
          </a:r>
        </a:p>
      </dsp:txBody>
      <dsp:txXfrm>
        <a:off x="288590" y="4197273"/>
        <a:ext cx="3901926" cy="159828"/>
      </dsp:txXfrm>
    </dsp:sp>
    <dsp:sp modelId="{9963306D-70A0-4A8C-A421-AA0760B699AC}">
      <dsp:nvSpPr>
        <dsp:cNvPr id="0" name=""/>
        <dsp:cNvSpPr/>
      </dsp:nvSpPr>
      <dsp:spPr>
        <a:xfrm>
          <a:off x="0" y="454934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C364E5-6183-40ED-9405-49C972D7EFE9}">
      <dsp:nvSpPr>
        <dsp:cNvPr id="0" name=""/>
        <dsp:cNvSpPr/>
      </dsp:nvSpPr>
      <dsp:spPr>
        <a:xfrm>
          <a:off x="279944" y="446078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High Voltage</a:t>
          </a:r>
        </a:p>
      </dsp:txBody>
      <dsp:txXfrm>
        <a:off x="288590" y="4469433"/>
        <a:ext cx="3901926" cy="159828"/>
      </dsp:txXfrm>
    </dsp:sp>
    <dsp:sp modelId="{BB3B0778-200D-4D20-928A-E5AC3BD5D2AD}">
      <dsp:nvSpPr>
        <dsp:cNvPr id="0" name=""/>
        <dsp:cNvSpPr/>
      </dsp:nvSpPr>
      <dsp:spPr>
        <a:xfrm>
          <a:off x="0" y="482150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1A3885-B3E8-4932-8153-33364AB90E8D}">
      <dsp:nvSpPr>
        <dsp:cNvPr id="0" name=""/>
        <dsp:cNvSpPr/>
      </dsp:nvSpPr>
      <dsp:spPr>
        <a:xfrm>
          <a:off x="279944" y="473294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Environmental Compliance</a:t>
          </a:r>
        </a:p>
      </dsp:txBody>
      <dsp:txXfrm>
        <a:off x="288590" y="4741593"/>
        <a:ext cx="3901926" cy="159828"/>
      </dsp:txXfrm>
    </dsp:sp>
    <dsp:sp modelId="{A1CBB754-2EF1-4160-9CAF-F4D25DBDAA9C}">
      <dsp:nvSpPr>
        <dsp:cNvPr id="0" name=""/>
        <dsp:cNvSpPr/>
      </dsp:nvSpPr>
      <dsp:spPr>
        <a:xfrm>
          <a:off x="0" y="509366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071381F-AD5D-4FC1-B26A-05CB1C6510C6}">
      <dsp:nvSpPr>
        <dsp:cNvPr id="0" name=""/>
        <dsp:cNvSpPr/>
      </dsp:nvSpPr>
      <dsp:spPr>
        <a:xfrm>
          <a:off x="279944" y="500510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Commissioning Overview</a:t>
          </a:r>
        </a:p>
      </dsp:txBody>
      <dsp:txXfrm>
        <a:off x="288590" y="5013753"/>
        <a:ext cx="3901926" cy="159828"/>
      </dsp:txXfrm>
    </dsp:sp>
    <dsp:sp modelId="{259ACCF6-3385-46E1-818B-4C4AA22E668D}">
      <dsp:nvSpPr>
        <dsp:cNvPr id="0" name=""/>
        <dsp:cNvSpPr/>
      </dsp:nvSpPr>
      <dsp:spPr>
        <a:xfrm>
          <a:off x="0" y="5365827"/>
          <a:ext cx="5598884" cy="151200"/>
        </a:xfrm>
        <a:prstGeom prst="rect">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1C491C-8564-4CDB-8E16-54069B374429}">
      <dsp:nvSpPr>
        <dsp:cNvPr id="0" name=""/>
        <dsp:cNvSpPr/>
      </dsp:nvSpPr>
      <dsp:spPr>
        <a:xfrm>
          <a:off x="279944" y="5277267"/>
          <a:ext cx="3919218" cy="177120"/>
        </a:xfrm>
        <a:prstGeom prst="round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37" tIns="0" rIns="148137" bIns="0" numCol="1" spcCol="1270" anchor="ctr" anchorCtr="0">
          <a:noAutofit/>
        </a:bodyPr>
        <a:lstStyle/>
        <a:p>
          <a:pPr marL="0" lvl="0" indent="0" algn="l" defTabSz="533400" rtl="0">
            <a:lnSpc>
              <a:spcPct val="90000"/>
            </a:lnSpc>
            <a:spcBef>
              <a:spcPct val="0"/>
            </a:spcBef>
            <a:spcAft>
              <a:spcPct val="35000"/>
            </a:spcAft>
            <a:buNone/>
          </a:pPr>
          <a:r>
            <a:rPr lang="en-US" sz="1200" kern="1200">
              <a:solidFill>
                <a:srgbClr val="1C1C1C"/>
              </a:solidFill>
              <a:latin typeface="Calibri"/>
              <a:ea typeface="+mn-ea"/>
              <a:cs typeface="Arial"/>
            </a:rPr>
            <a:t>Project Closeout</a:t>
          </a:r>
        </a:p>
      </dsp:txBody>
      <dsp:txXfrm>
        <a:off x="288590" y="5285913"/>
        <a:ext cx="3901926" cy="15982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44AA66-07D8-4C64-98DB-F4CDE40F0E1A}" type="datetimeFigureOut">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6F999-40D2-4E04-952A-7FD521BE26BB}" type="slidenum">
              <a:t>‹#›</a:t>
            </a:fld>
            <a:endParaRPr lang="en-US"/>
          </a:p>
        </p:txBody>
      </p:sp>
    </p:spTree>
    <p:extLst>
      <p:ext uri="{BB962C8B-B14F-4D97-AF65-F5344CB8AC3E}">
        <p14:creationId xmlns:p14="http://schemas.microsoft.com/office/powerpoint/2010/main" val="73975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1</a:t>
            </a:fld>
            <a:endParaRPr lang="en-US"/>
          </a:p>
        </p:txBody>
      </p:sp>
    </p:spTree>
    <p:extLst>
      <p:ext uri="{BB962C8B-B14F-4D97-AF65-F5344CB8AC3E}">
        <p14:creationId xmlns:p14="http://schemas.microsoft.com/office/powerpoint/2010/main" val="3955106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2</a:t>
            </a:fld>
            <a:endParaRPr lang="en-US"/>
          </a:p>
        </p:txBody>
      </p:sp>
    </p:spTree>
    <p:extLst>
      <p:ext uri="{BB962C8B-B14F-4D97-AF65-F5344CB8AC3E}">
        <p14:creationId xmlns:p14="http://schemas.microsoft.com/office/powerpoint/2010/main" val="2155804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ECFB2-63DF-622E-E7FD-2EBDDF1E1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65DF4-81EC-0FB7-936D-5B62D556A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54705-1519-4158-7AEF-6A7559275459}"/>
              </a:ext>
            </a:extLst>
          </p:cNvPr>
          <p:cNvSpPr>
            <a:spLocks noGrp="1"/>
          </p:cNvSpPr>
          <p:nvPr>
            <p:ph type="body" idx="1"/>
          </p:nvPr>
        </p:nvSpPr>
        <p:spPr/>
        <p:txBody>
          <a:bodyPr/>
          <a:lstStyle/>
          <a:p>
            <a:r>
              <a:rPr lang="en-US"/>
              <a:t>Tornado signs: Dark Green sky, wall cloud, hail bigger than an inch. It’s time to leave even before warning. </a:t>
            </a:r>
          </a:p>
          <a:p>
            <a:endParaRPr lang="en-US">
              <a:ea typeface="Calibri"/>
              <a:cs typeface="Calibri"/>
            </a:endParaRPr>
          </a:p>
        </p:txBody>
      </p:sp>
      <p:sp>
        <p:nvSpPr>
          <p:cNvPr id="4" name="Slide Number Placeholder 3">
            <a:extLst>
              <a:ext uri="{FF2B5EF4-FFF2-40B4-BE49-F238E27FC236}">
                <a16:creationId xmlns:a16="http://schemas.microsoft.com/office/drawing/2014/main" id="{A48BD626-9E4D-BE6D-79FA-FA3335FB4E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3A6856-79EE-194C-8671-B4FD6F3E971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1572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DE3A9-5607-BCC1-1882-E78FCE336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49F14-57CE-78C7-6C86-4C67308E2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14D56-5A0B-94E0-943B-324EA9424608}"/>
              </a:ext>
            </a:extLst>
          </p:cNvPr>
          <p:cNvSpPr>
            <a:spLocks noGrp="1"/>
          </p:cNvSpPr>
          <p:nvPr>
            <p:ph type="body" idx="1"/>
          </p:nvPr>
        </p:nvSpPr>
        <p:spPr/>
        <p:txBody>
          <a:bodyPr/>
          <a:lstStyle/>
          <a:p>
            <a:r>
              <a:rPr lang="en-US"/>
              <a:t>There are no community shelters in Douglas county. The closest community tornado shelter I could find, the Lawerence community center is 2 hours away. What options does that leave us with? Trailers are a no go. Why? They often lack anchoring capable of resisting tornado-level winds. Trailers may not offer enough protection from penetration by flying objects. The trailer is your work station not your tornado shelter. So what do we do? Watch means ready, Warning means shelter. In a tornado watch, alert, monitor and inform. Inform your team where a safe location for shelter is. For a tornado warning we will STOP WORK IMMEDIATELY, gather headcount and accountability, seek shelter. I know some people are leaving the work trailer and going to a home trailer so I’ve taken the time to find some buildings that are possible shelters in the vicinity. Once I have confirmation I will add them to the severe weather plan. USACE Clinton Lake Project Office; Clinton State Park Office; Morning Star Church; </a:t>
            </a:r>
          </a:p>
          <a:p>
            <a:endParaRPr lang="en-US">
              <a:ea typeface="Calibri"/>
              <a:cs typeface="Calibri"/>
            </a:endParaRPr>
          </a:p>
        </p:txBody>
      </p:sp>
      <p:sp>
        <p:nvSpPr>
          <p:cNvPr id="4" name="Slide Number Placeholder 3">
            <a:extLst>
              <a:ext uri="{FF2B5EF4-FFF2-40B4-BE49-F238E27FC236}">
                <a16:creationId xmlns:a16="http://schemas.microsoft.com/office/drawing/2014/main" id="{9235E110-2D7E-8D97-9A3C-2E1ACC3C06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3A6856-79EE-194C-8671-B4FD6F3E971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6313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Just like OSHA has the focus four, we have 3 times that in sections we focus on leading us to the 12 golden rules. High Risk situations being the first rule listed, that’s also how we like to start our days at DEPCOM, addressing the highest risks we have planned for that day, whether it be carrying loads under power lines when just starting out, or a critical lift above 75% of the cranes capacity that needs a 3D drawing. We start our days focused on how to mitigate the most significant risks first. 2 is traffic, 3 is body mechanics. 10 is work at height, 11 is hot work and 12 is line of fire(</a:t>
            </a:r>
            <a:r>
              <a:rPr lang="en-US" err="1"/>
              <a:t>simops</a:t>
            </a:r>
            <a:r>
              <a:rPr lang="en-US"/>
              <a:t>). Most of our construction sites have a bilingual workforce and all of our worksites have signs and documentation in both English and Spanish. All Our all hands meetings are bilingual,  with translators a part of all work crews where needed. We are looking forward to building a safety culture together, and I’ll briefly touch on some initiatives we’ll lean on to make it a strong safety culture.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2C6F999-40D2-4E04-952A-7FD521BE26BB}" type="slidenum">
              <a:rPr lang="en-US"/>
              <a:t>5</a:t>
            </a:fld>
            <a:endParaRPr lang="en-US"/>
          </a:p>
        </p:txBody>
      </p:sp>
    </p:spTree>
    <p:extLst>
      <p:ext uri="{BB962C8B-B14F-4D97-AF65-F5344CB8AC3E}">
        <p14:creationId xmlns:p14="http://schemas.microsoft.com/office/powerpoint/2010/main" val="1172974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DEPCOM there’s no difference if you are the CEO or they contracted you to come sweep the stairs on Tuesday. Everybody on site is empowered with Stop Work Authority. Adopting the stop work card from Total, we’ve implemented this as a best practice across all of our sites. We don’t enforce a fear-based culture at DEPCOM and encourage everyone to speak up. Utilize this card and work will only resume after the issue is resolved and consensus is reached.</a:t>
            </a:r>
          </a:p>
          <a:p>
            <a:r>
              <a:rPr lang="en-US">
                <a:ea typeface="Calibri"/>
                <a:cs typeface="Calibri"/>
              </a:rPr>
              <a:t>Positive Reinforcement: </a:t>
            </a:r>
            <a:r>
              <a:rPr lang="en-US">
                <a:solidFill>
                  <a:srgbClr val="1C2B39"/>
                </a:solidFill>
              </a:rPr>
              <a:t>Actively recognize and celebrate individuals who exercise Stop Work Authority to prevent unsafe conditions.</a:t>
            </a:r>
            <a:endParaRPr lang="en-US"/>
          </a:p>
          <a:p>
            <a:r>
              <a:rPr lang="en-US">
                <a:ea typeface="Calibri"/>
                <a:cs typeface="Calibri"/>
              </a:rPr>
              <a:t>No Disciplinary Action: </a:t>
            </a:r>
            <a:r>
              <a:rPr lang="en-US">
                <a:solidFill>
                  <a:srgbClr val="1C2B39"/>
                </a:solidFill>
              </a:rPr>
              <a:t>Guarantee that no disciplinary sanctions will follow when work is stopped for safety concerns.</a:t>
            </a:r>
            <a:endParaRPr lang="en-US"/>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C2C6F999-40D2-4E04-952A-7FD521BE26BB}" type="slidenum">
              <a:rPr lang="en-US"/>
              <a:t>6</a:t>
            </a:fld>
            <a:endParaRPr lang="en-US"/>
          </a:p>
        </p:txBody>
      </p:sp>
    </p:spTree>
    <p:extLst>
      <p:ext uri="{BB962C8B-B14F-4D97-AF65-F5344CB8AC3E}">
        <p14:creationId xmlns:p14="http://schemas.microsoft.com/office/powerpoint/2010/main" val="1703710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DEPCOM we believe in recognizing and incentivizing strong safety practices. We have implemented safety champion programs honoring key contributors to the safety culture on each site, giving them preferred parking and other perks. We've had site giveaways for safety knowledge and have had food trucks catering to highlight safety week. Exceptional safety performance is rewarded in numerous ways, including Safety coins. These are the set of coins we are on currently. You must obtain a level 1 coin (orange) to be eligible for a level 2 coin. We've handed them out for being a safety leader in their group and holding their coworkers accountable. We've handed them out for good catches that mitigated a risk, protecting their fellow coworker. On the flip side of that coin no pun intended or maybe it was, there are consequences for bad safety practices, yet we don't implement a fear based culture. We lead with verbal coaching and retraining; • Low-risk behavior: Coaching and education. • High-risk or repeat behavior: Escalated disciplinary action, up to removal from site. All actions are documented and reviewed by the HSE committee to ensure consistency and fairness.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2C6F999-40D2-4E04-952A-7FD521BE26BB}" type="slidenum">
              <a:rPr lang="en-US"/>
              <a:t>7</a:t>
            </a:fld>
            <a:endParaRPr lang="en-US"/>
          </a:p>
        </p:txBody>
      </p:sp>
    </p:spTree>
    <p:extLst>
      <p:ext uri="{BB962C8B-B14F-4D97-AF65-F5344CB8AC3E}">
        <p14:creationId xmlns:p14="http://schemas.microsoft.com/office/powerpoint/2010/main" val="1158660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FD005-BE59-3487-1A13-D474A3396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3B363-264F-12F1-3D4F-0850703A2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4D98E-B397-7204-AD09-3777EA707854}"/>
              </a:ext>
            </a:extLst>
          </p:cNvPr>
          <p:cNvSpPr>
            <a:spLocks noGrp="1"/>
          </p:cNvSpPr>
          <p:nvPr>
            <p:ph type="body" idx="1"/>
          </p:nvPr>
        </p:nvSpPr>
        <p:spPr/>
        <p:txBody>
          <a:bodyPr/>
          <a:lstStyle/>
          <a:p>
            <a:r>
              <a:rPr lang="en-US"/>
              <a:t>At DEPCOM we believe in recognizing and incentivizing strong safety practices. We have implemented safety champion programs honoring key contributors to the safety culture on each site, giving them preferred parking and other perks. We've had site giveaways for safety knowledge and have had food trucks catering to highlight safety week. Exceptional safety performance is rewarded in numerous ways, including Safety coins. These are the set of coins we are on currently. You must obtain a level 1 coin (orange) to be eligible for a level 2 coin. We've handed them out for being a safety leader in their group and holding their coworkers accountable. We've handed them out for good catches that mitigated a risk, protecting their fellow coworker. On the flip side of that coin no pun intended or maybe it was, there are consequences for bad safety practices, yet we don't implement a fear based culture. We lead with verbal coaching and retraining; • Low-risk behavior: Coaching and education. • High-risk or repeat behavior: Escalated disciplinary action, up to removal from site. All actions are documented and reviewed by the HSE committee to ensure consistency and fairness. </a:t>
            </a:r>
          </a:p>
          <a:p>
            <a:endParaRPr lang="en-US">
              <a:ea typeface="Calibri"/>
              <a:cs typeface="Calibri"/>
            </a:endParaRPr>
          </a:p>
        </p:txBody>
      </p:sp>
      <p:sp>
        <p:nvSpPr>
          <p:cNvPr id="4" name="Slide Number Placeholder 3">
            <a:extLst>
              <a:ext uri="{FF2B5EF4-FFF2-40B4-BE49-F238E27FC236}">
                <a16:creationId xmlns:a16="http://schemas.microsoft.com/office/drawing/2014/main" id="{D0A88E80-1374-7FF0-E8D5-EB86EEA7B746}"/>
              </a:ext>
            </a:extLst>
          </p:cNvPr>
          <p:cNvSpPr>
            <a:spLocks noGrp="1"/>
          </p:cNvSpPr>
          <p:nvPr>
            <p:ph type="sldNum" sz="quarter" idx="5"/>
          </p:nvPr>
        </p:nvSpPr>
        <p:spPr/>
        <p:txBody>
          <a:bodyPr/>
          <a:lstStyle/>
          <a:p>
            <a:fld id="{C2C6F999-40D2-4E04-952A-7FD521BE26BB}" type="slidenum">
              <a:rPr lang="en-US"/>
              <a:t>8</a:t>
            </a:fld>
            <a:endParaRPr lang="en-US"/>
          </a:p>
        </p:txBody>
      </p:sp>
    </p:spTree>
    <p:extLst>
      <p:ext uri="{BB962C8B-B14F-4D97-AF65-F5344CB8AC3E}">
        <p14:creationId xmlns:p14="http://schemas.microsoft.com/office/powerpoint/2010/main" val="2857358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construction phases begin and end, muster points sometimes change. We are committed to keeping the EAP updated with information on the muster areas, the surrounding area, giving response plans on everything from weather events to motor vehicle accidents.  Looking forward to the emergency drills and looking forward to building a strong safety culture with all of you. I’ll open the floor for questions now, if there are none we can move to the next slide.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2C6F999-40D2-4E04-952A-7FD521BE26BB}" type="slidenum">
              <a:rPr lang="en-US"/>
              <a:t>9</a:t>
            </a:fld>
            <a:endParaRPr lang="en-US"/>
          </a:p>
        </p:txBody>
      </p:sp>
    </p:spTree>
    <p:extLst>
      <p:ext uri="{BB962C8B-B14F-4D97-AF65-F5344CB8AC3E}">
        <p14:creationId xmlns:p14="http://schemas.microsoft.com/office/powerpoint/2010/main" val="493499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4440-52D7-8C05-9877-E77FF804B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042E8-AFD0-F327-E33A-69D14D99C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03A53-2ADE-C0AB-3355-83955BE59163}"/>
              </a:ext>
            </a:extLst>
          </p:cNvPr>
          <p:cNvSpPr>
            <a:spLocks noGrp="1"/>
          </p:cNvSpPr>
          <p:nvPr>
            <p:ph type="body" idx="1"/>
          </p:nvPr>
        </p:nvSpPr>
        <p:spPr/>
        <p:txBody>
          <a:bodyPr/>
          <a:lstStyle/>
          <a:p>
            <a:r>
              <a:rPr lang="en-US"/>
              <a:t>Project Centric Mindset</a:t>
            </a:r>
          </a:p>
          <a:p>
            <a:r>
              <a:rPr lang="en-US"/>
              <a:t>Value Creation through Empowerment &amp; Engagement </a:t>
            </a:r>
          </a:p>
          <a:p>
            <a:r>
              <a:rPr lang="en-US"/>
              <a:t>At DEPCOM, enabling profitable projects and services that </a:t>
            </a:r>
          </a:p>
          <a:p>
            <a:r>
              <a:rPr lang="en-US"/>
              <a:t>create long-term value for our customers is fundamental to </a:t>
            </a:r>
          </a:p>
          <a:p>
            <a:r>
              <a:rPr lang="en-US"/>
              <a:t>how we work.</a:t>
            </a:r>
          </a:p>
          <a:p>
            <a:r>
              <a:rPr lang="en-US"/>
              <a:t>Being Project Centric means focusing on the success of the </a:t>
            </a:r>
          </a:p>
          <a:p>
            <a:r>
              <a:rPr lang="en-US"/>
              <a:t>entire project, not just your individual role. It’s about working </a:t>
            </a:r>
          </a:p>
          <a:p>
            <a:r>
              <a:rPr lang="en-US"/>
              <a:t>as one team, taking ownership, and proactively solving </a:t>
            </a:r>
          </a:p>
          <a:p>
            <a:r>
              <a:rPr lang="en-US"/>
              <a:t>problems to keep projects on track. </a:t>
            </a:r>
          </a:p>
          <a:p>
            <a:r>
              <a:rPr lang="en-US"/>
              <a:t>Success depends on our ability to estimate, execute, and </a:t>
            </a:r>
          </a:p>
          <a:p>
            <a:r>
              <a:rPr lang="en-US"/>
              <a:t>deliver with discipline, using our talents and capabilities to </a:t>
            </a:r>
          </a:p>
          <a:p>
            <a:r>
              <a:rPr lang="en-US"/>
              <a:t>create a durable advantage. </a:t>
            </a:r>
          </a:p>
          <a:p>
            <a:r>
              <a:rPr lang="en-US"/>
              <a:t>Every employee is expected to understand how their work </a:t>
            </a:r>
          </a:p>
          <a:p>
            <a:r>
              <a:rPr lang="en-US"/>
              <a:t>contributes and to help deliver reliable results and stronger </a:t>
            </a:r>
          </a:p>
          <a:p>
            <a:r>
              <a:rPr lang="en-US"/>
              <a:t>outcomes.</a:t>
            </a:r>
          </a:p>
        </p:txBody>
      </p:sp>
      <p:sp>
        <p:nvSpPr>
          <p:cNvPr id="4" name="Slide Number Placeholder 3">
            <a:extLst>
              <a:ext uri="{FF2B5EF4-FFF2-40B4-BE49-F238E27FC236}">
                <a16:creationId xmlns:a16="http://schemas.microsoft.com/office/drawing/2014/main" id="{B0F78E11-1C84-D5A6-D9C9-8EC3BC1F9636}"/>
              </a:ext>
            </a:extLst>
          </p:cNvPr>
          <p:cNvSpPr>
            <a:spLocks noGrp="1"/>
          </p:cNvSpPr>
          <p:nvPr>
            <p:ph type="sldNum" sz="quarter" idx="5"/>
          </p:nvPr>
        </p:nvSpPr>
        <p:spPr/>
        <p:txBody>
          <a:bodyPr/>
          <a:lstStyle/>
          <a:p>
            <a:fld id="{C2C6F999-40D2-4E04-952A-7FD521BE26BB}" type="slidenum">
              <a:rPr lang="en-US" smtClean="0"/>
              <a:t>10</a:t>
            </a:fld>
            <a:endParaRPr lang="en-US"/>
          </a:p>
        </p:txBody>
      </p:sp>
    </p:spTree>
    <p:extLst>
      <p:ext uri="{BB962C8B-B14F-4D97-AF65-F5344CB8AC3E}">
        <p14:creationId xmlns:p14="http://schemas.microsoft.com/office/powerpoint/2010/main" val="3867102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A9369-794B-6AA3-DD8B-2CC4402ED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70940-19CD-C72C-2E2C-C3A687D4F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66ABF-4913-FE13-1761-D0F386B8D2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0DF920-EE82-BA21-87A0-9460894ED3E1}"/>
              </a:ext>
            </a:extLst>
          </p:cNvPr>
          <p:cNvSpPr>
            <a:spLocks noGrp="1"/>
          </p:cNvSpPr>
          <p:nvPr>
            <p:ph type="sldNum" sz="quarter" idx="5"/>
          </p:nvPr>
        </p:nvSpPr>
        <p:spPr/>
        <p:txBody>
          <a:bodyPr/>
          <a:lstStyle/>
          <a:p>
            <a:fld id="{C2C6F999-40D2-4E04-952A-7FD521BE26BB}" type="slidenum">
              <a:rPr lang="en-US" smtClean="0"/>
              <a:t>11</a:t>
            </a:fld>
            <a:endParaRPr lang="en-US"/>
          </a:p>
        </p:txBody>
      </p:sp>
    </p:spTree>
    <p:extLst>
      <p:ext uri="{BB962C8B-B14F-4D97-AF65-F5344CB8AC3E}">
        <p14:creationId xmlns:p14="http://schemas.microsoft.com/office/powerpoint/2010/main" val="3114527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Purpose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I found, with this being our kickoff, to start with the core of our business, PBM - </a:t>
            </a:r>
          </a:p>
          <a:p>
            <a:r>
              <a:rPr lang="en-US" sz="1200" b="0" i="0" kern="1200">
                <a:solidFill>
                  <a:schemeClr val="tx1"/>
                </a:solidFill>
                <a:effectLst/>
                <a:latin typeface="+mn-lt"/>
                <a:ea typeface="+mn-ea"/>
                <a:cs typeface="+mn-cs"/>
              </a:rPr>
              <a:t>Principle Based Management is a proven framework that helps organizations achieve long-term success by empowering employees and focusing on value creation. </a:t>
            </a:r>
          </a:p>
          <a:p>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What is PBM? </a:t>
            </a:r>
            <a:r>
              <a:rPr lang="en-US" sz="1200" b="0" i="0" kern="1200">
                <a:solidFill>
                  <a:schemeClr val="tx1"/>
                </a:solidFill>
                <a:effectLst/>
                <a:latin typeface="+mn-lt"/>
                <a:ea typeface="+mn-ea"/>
                <a:cs typeface="+mn-cs"/>
              </a:rPr>
              <a:t>PBM is about applying time-tested principles—like mutual benefit and respect for individuals—instead of relying on rigid rules or one-size-fits-all policies.</a:t>
            </a:r>
          </a:p>
          <a:p>
            <a:r>
              <a:rPr lang="en-US" sz="1200" b="1" i="0" kern="1200">
                <a:solidFill>
                  <a:schemeClr val="tx1"/>
                </a:solidFill>
                <a:effectLst/>
                <a:latin typeface="+mn-lt"/>
                <a:ea typeface="+mn-ea"/>
                <a:cs typeface="+mn-cs"/>
              </a:rPr>
              <a:t>Why it Matters: </a:t>
            </a:r>
            <a:r>
              <a:rPr lang="en-US" sz="1200" b="0" i="0" kern="1200">
                <a:solidFill>
                  <a:schemeClr val="tx1"/>
                </a:solidFill>
                <a:effectLst/>
                <a:latin typeface="+mn-lt"/>
                <a:ea typeface="+mn-ea"/>
                <a:cs typeface="+mn-cs"/>
              </a:rPr>
              <a:t>This approach enables us to innovate, adapt, and get the best from every team member, which drives superior results for the business.</a:t>
            </a:r>
          </a:p>
          <a:p>
            <a:r>
              <a:rPr lang="en-US" sz="1200" b="1" i="0" kern="1200">
                <a:solidFill>
                  <a:schemeClr val="tx1"/>
                </a:solidFill>
                <a:effectLst/>
                <a:latin typeface="+mn-lt"/>
                <a:ea typeface="+mn-ea"/>
                <a:cs typeface="+mn-cs"/>
              </a:rPr>
              <a:t>What’s Different:</a:t>
            </a:r>
            <a:r>
              <a:rPr lang="en-US" sz="1200" b="0" i="0" kern="1200">
                <a:solidFill>
                  <a:schemeClr val="tx1"/>
                </a:solidFill>
                <a:effectLst/>
                <a:latin typeface="+mn-lt"/>
                <a:ea typeface="+mn-ea"/>
                <a:cs typeface="+mn-cs"/>
              </a:rPr>
              <a:t> Unlike traditional management, PBM customizes roles, responsibilities, and rewards to each person, helping everyone maximize their contribution by focusing on the 5 dimensions:</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1" i="0" kern="1200">
                <a:solidFill>
                  <a:schemeClr val="tx1"/>
                </a:solidFill>
                <a:effectLst/>
                <a:latin typeface="+mn-lt"/>
                <a:ea typeface="+mn-ea"/>
                <a:cs typeface="+mn-cs"/>
              </a:rPr>
              <a:t>Vision:</a:t>
            </a:r>
            <a:r>
              <a:rPr lang="en-US" sz="1200" b="0" i="0" kern="1200">
                <a:solidFill>
                  <a:schemeClr val="tx1"/>
                </a:solidFill>
                <a:effectLst/>
                <a:latin typeface="+mn-lt"/>
                <a:ea typeface="+mn-ea"/>
                <a:cs typeface="+mn-cs"/>
              </a:rPr>
              <a:t> Setting clear direction and focus on long-term value.</a:t>
            </a:r>
          </a:p>
          <a:p>
            <a:r>
              <a:rPr lang="en-US" sz="1200" b="1" i="0" kern="1200">
                <a:solidFill>
                  <a:schemeClr val="tx1"/>
                </a:solidFill>
                <a:effectLst/>
                <a:latin typeface="+mn-lt"/>
                <a:ea typeface="+mn-ea"/>
                <a:cs typeface="+mn-cs"/>
              </a:rPr>
              <a:t>Virtue &amp; Talents:</a:t>
            </a:r>
            <a:r>
              <a:rPr lang="en-US" sz="1200" b="0" i="0" kern="1200">
                <a:solidFill>
                  <a:schemeClr val="tx1"/>
                </a:solidFill>
                <a:effectLst/>
                <a:latin typeface="+mn-lt"/>
                <a:ea typeface="+mn-ea"/>
                <a:cs typeface="+mn-cs"/>
              </a:rPr>
              <a:t> Building a culture of integrity and leverage each person’s strengths.</a:t>
            </a:r>
          </a:p>
          <a:p>
            <a:r>
              <a:rPr lang="en-US" sz="1200" b="1" i="0" kern="1200">
                <a:solidFill>
                  <a:schemeClr val="tx1"/>
                </a:solidFill>
                <a:effectLst/>
                <a:latin typeface="+mn-lt"/>
                <a:ea typeface="+mn-ea"/>
                <a:cs typeface="+mn-cs"/>
              </a:rPr>
              <a:t>Knowledge:</a:t>
            </a:r>
            <a:r>
              <a:rPr lang="en-US" sz="1200" b="0" i="0" kern="1200">
                <a:solidFill>
                  <a:schemeClr val="tx1"/>
                </a:solidFill>
                <a:effectLst/>
                <a:latin typeface="+mn-lt"/>
                <a:ea typeface="+mn-ea"/>
                <a:cs typeface="+mn-cs"/>
              </a:rPr>
              <a:t> Encouraging learning, innovation, and sharing ideas.</a:t>
            </a:r>
          </a:p>
          <a:p>
            <a:r>
              <a:rPr lang="en-US" sz="1200" b="1" i="0" kern="1200">
                <a:solidFill>
                  <a:schemeClr val="tx1"/>
                </a:solidFill>
                <a:effectLst/>
                <a:latin typeface="+mn-lt"/>
                <a:ea typeface="+mn-ea"/>
                <a:cs typeface="+mn-cs"/>
              </a:rPr>
              <a:t>Comparative Advantage:</a:t>
            </a:r>
            <a:r>
              <a:rPr lang="en-US" sz="1200" b="0" i="0" kern="1200">
                <a:solidFill>
                  <a:schemeClr val="tx1"/>
                </a:solidFill>
                <a:effectLst/>
                <a:latin typeface="+mn-lt"/>
                <a:ea typeface="+mn-ea"/>
                <a:cs typeface="+mn-cs"/>
              </a:rPr>
              <a:t> Aligning roles so everyone does what they do best.</a:t>
            </a:r>
          </a:p>
          <a:p>
            <a:r>
              <a:rPr lang="en-US" sz="1200" b="1" i="0" kern="1200">
                <a:solidFill>
                  <a:schemeClr val="tx1"/>
                </a:solidFill>
                <a:effectLst/>
                <a:latin typeface="+mn-lt"/>
                <a:ea typeface="+mn-ea"/>
                <a:cs typeface="+mn-cs"/>
              </a:rPr>
              <a:t>Motivation:</a:t>
            </a:r>
            <a:r>
              <a:rPr lang="en-US" sz="1200" b="0" i="0" kern="1200">
                <a:solidFill>
                  <a:schemeClr val="tx1"/>
                </a:solidFill>
                <a:effectLst/>
                <a:latin typeface="+mn-lt"/>
                <a:ea typeface="+mn-ea"/>
                <a:cs typeface="+mn-cs"/>
              </a:rPr>
              <a:t> Inspire and reward people to maximize their contribution.</a:t>
            </a:r>
          </a:p>
          <a:p>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 would like to setup a separate session specifically with our teams to discuss how PBM could benefit this projects’ long-term success. </a:t>
            </a:r>
          </a:p>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12</a:t>
            </a:fld>
            <a:endParaRPr lang="en-US"/>
          </a:p>
        </p:txBody>
      </p:sp>
    </p:spTree>
    <p:extLst>
      <p:ext uri="{BB962C8B-B14F-4D97-AF65-F5344CB8AC3E}">
        <p14:creationId xmlns:p14="http://schemas.microsoft.com/office/powerpoint/2010/main" val="4094385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n-US" sz="1200" b="1" i="0" u="none" strike="noStrike" kern="1200">
                <a:solidFill>
                  <a:schemeClr val="tx1"/>
                </a:solidFill>
                <a:effectLst/>
                <a:latin typeface="+mn-lt"/>
                <a:ea typeface="+mn-ea"/>
                <a:cs typeface="+mn-cs"/>
              </a:rPr>
              <a:t>DEPCOM Observed Holidays 2025</a:t>
            </a:r>
            <a:endParaRPr lang="en-US" sz="1200" b="0" i="0" u="none" strike="noStrike" kern="1200">
              <a:solidFill>
                <a:schemeClr val="tx1"/>
              </a:solidFill>
              <a:effectLst/>
              <a:latin typeface="+mn-lt"/>
              <a:ea typeface="+mn-ea"/>
              <a:cs typeface="+mn-cs"/>
            </a:endParaRPr>
          </a:p>
          <a:p>
            <a:pPr rtl="0" eaLnBrk="1" fontAlgn="t" latinLnBrk="0" hangingPunct="1"/>
            <a:r>
              <a:rPr lang="en-US" sz="1200" b="0" i="0" u="none" strike="noStrike" kern="1200">
                <a:solidFill>
                  <a:schemeClr val="tx1"/>
                </a:solidFill>
                <a:effectLst/>
                <a:latin typeface="+mn-lt"/>
                <a:ea typeface="+mn-ea"/>
                <a:cs typeface="+mn-cs"/>
              </a:rPr>
              <a:t>Labor Day: September 1</a:t>
            </a:r>
          </a:p>
          <a:p>
            <a:pPr rtl="0" eaLnBrk="1" fontAlgn="t" latinLnBrk="0" hangingPunct="1"/>
            <a:r>
              <a:rPr lang="en-US" sz="1200" b="0" i="0" u="none" strike="noStrike" kern="1200">
                <a:solidFill>
                  <a:schemeClr val="tx1"/>
                </a:solidFill>
                <a:effectLst/>
                <a:latin typeface="+mn-lt"/>
                <a:ea typeface="+mn-ea"/>
                <a:cs typeface="+mn-cs"/>
              </a:rPr>
              <a:t>Thanksgiving: Thursday, November 27</a:t>
            </a:r>
          </a:p>
          <a:p>
            <a:pPr rtl="0" eaLnBrk="1" fontAlgn="t" latinLnBrk="0" hangingPunct="1"/>
            <a:r>
              <a:rPr lang="en-US" sz="1200" b="0" i="0" u="none" strike="noStrike" kern="1200">
                <a:solidFill>
                  <a:schemeClr val="tx1"/>
                </a:solidFill>
                <a:effectLst/>
                <a:latin typeface="+mn-lt"/>
                <a:ea typeface="+mn-ea"/>
                <a:cs typeface="+mn-cs"/>
              </a:rPr>
              <a:t>Day After Thanksgiving; Friday, November 28</a:t>
            </a:r>
          </a:p>
          <a:p>
            <a:pPr rtl="0" eaLnBrk="1" fontAlgn="t" latinLnBrk="0" hangingPunct="1"/>
            <a:r>
              <a:rPr lang="en-US" sz="1200" b="0" i="0" u="none" strike="noStrike" kern="1200">
                <a:solidFill>
                  <a:schemeClr val="tx1"/>
                </a:solidFill>
                <a:effectLst/>
                <a:latin typeface="+mn-lt"/>
                <a:ea typeface="+mn-ea"/>
                <a:cs typeface="+mn-cs"/>
              </a:rPr>
              <a:t>Day Before Christmas: Wednesday, December 24</a:t>
            </a:r>
          </a:p>
          <a:p>
            <a:pPr rtl="0" eaLnBrk="1" fontAlgn="t" latinLnBrk="0" hangingPunct="1"/>
            <a:r>
              <a:rPr lang="en-US" sz="1200" b="0" i="0" u="none" strike="noStrike" kern="1200">
                <a:solidFill>
                  <a:schemeClr val="tx1"/>
                </a:solidFill>
                <a:effectLst/>
                <a:latin typeface="+mn-lt"/>
                <a:ea typeface="+mn-ea"/>
                <a:cs typeface="+mn-cs"/>
              </a:rPr>
              <a:t>Christmas Day: Thursday, December 25</a:t>
            </a:r>
            <a:br>
              <a:rPr lang="en-US" sz="1200" b="0" i="0" u="none" strike="noStrike" kern="1200">
                <a:solidFill>
                  <a:schemeClr val="tx1"/>
                </a:solidFill>
                <a:effectLst/>
                <a:latin typeface="+mn-lt"/>
                <a:ea typeface="+mn-ea"/>
                <a:cs typeface="+mn-cs"/>
              </a:rPr>
            </a:br>
            <a:r>
              <a:rPr lang="en-US" sz="1200" b="0" i="0" u="none" strike="noStrike" kern="1200">
                <a:solidFill>
                  <a:schemeClr val="tx1"/>
                </a:solidFill>
                <a:effectLst/>
                <a:latin typeface="+mn-lt"/>
                <a:ea typeface="+mn-ea"/>
                <a:cs typeface="+mn-cs"/>
              </a:rPr>
              <a:t>2026 New Year’s Day: Thursday, January 1</a:t>
            </a:r>
          </a:p>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14</a:t>
            </a:fld>
            <a:endParaRPr lang="en-US"/>
          </a:p>
        </p:txBody>
      </p:sp>
    </p:spTree>
    <p:extLst>
      <p:ext uri="{BB962C8B-B14F-4D97-AF65-F5344CB8AC3E}">
        <p14:creationId xmlns:p14="http://schemas.microsoft.com/office/powerpoint/2010/main" val="2410077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84BDE-422E-A375-314B-EAB1324E0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374B2-7DD9-2C2D-AFEF-9E0D763149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887E1-742D-E878-5097-5967E458D0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15D79F-7DE2-4F55-A564-9CD2821F9EF1}"/>
              </a:ext>
            </a:extLst>
          </p:cNvPr>
          <p:cNvSpPr>
            <a:spLocks noGrp="1"/>
          </p:cNvSpPr>
          <p:nvPr>
            <p:ph type="sldNum" sz="quarter" idx="5"/>
          </p:nvPr>
        </p:nvSpPr>
        <p:spPr/>
        <p:txBody>
          <a:bodyPr/>
          <a:lstStyle/>
          <a:p>
            <a:fld id="{C2C6F999-40D2-4E04-952A-7FD521BE26BB}" type="slidenum">
              <a:rPr lang="en-US" smtClean="0"/>
              <a:t>19</a:t>
            </a:fld>
            <a:endParaRPr lang="en-US"/>
          </a:p>
        </p:txBody>
      </p:sp>
    </p:spTree>
    <p:extLst>
      <p:ext uri="{BB962C8B-B14F-4D97-AF65-F5344CB8AC3E}">
        <p14:creationId xmlns:p14="http://schemas.microsoft.com/office/powerpoint/2010/main" val="1554749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20</a:t>
            </a:fld>
            <a:endParaRPr lang="en-US"/>
          </a:p>
        </p:txBody>
      </p:sp>
    </p:spTree>
    <p:extLst>
      <p:ext uri="{BB962C8B-B14F-4D97-AF65-F5344CB8AC3E}">
        <p14:creationId xmlns:p14="http://schemas.microsoft.com/office/powerpoint/2010/main" val="4279896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21</a:t>
            </a:fld>
            <a:endParaRPr lang="en-US"/>
          </a:p>
        </p:txBody>
      </p:sp>
    </p:spTree>
    <p:extLst>
      <p:ext uri="{BB962C8B-B14F-4D97-AF65-F5344CB8AC3E}">
        <p14:creationId xmlns:p14="http://schemas.microsoft.com/office/powerpoint/2010/main" val="3228054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1. Our Quality Vision</a:t>
            </a:r>
            <a:endParaRPr lang="en-US">
              <a:solidFill>
                <a:srgbClr val="444444"/>
              </a:solidFill>
            </a:endParaRPr>
          </a:p>
          <a:p>
            <a:pPr marL="171450" indent="-171450">
              <a:buFont typeface="Arial,Sans-Serif"/>
              <a:buChar char="•"/>
            </a:pPr>
            <a:r>
              <a:rPr lang="en-US" b="1"/>
              <a:t>DEPCOM’s Quality Capability supports every phase of your project—from pre-construction through close-out, including operations and maintenance.</a:t>
            </a:r>
            <a:endParaRPr lang="en-US">
              <a:solidFill>
                <a:srgbClr val="444444"/>
              </a:solidFill>
            </a:endParaRPr>
          </a:p>
          <a:p>
            <a:pPr marL="171450" indent="-171450">
              <a:buFont typeface="Arial,Sans-Serif"/>
              <a:buChar char="•"/>
            </a:pPr>
            <a:r>
              <a:rPr lang="en-US" b="1"/>
              <a:t>We partner with clients across all business areas to promote virtuous cycles of mutual benefit.</a:t>
            </a:r>
          </a:p>
          <a:p>
            <a:pPr marL="171450" indent="-171450">
              <a:buFont typeface="Arial,Sans-Serif"/>
              <a:buChar char="•"/>
            </a:pPr>
            <a:r>
              <a:rPr lang="en-US" b="1">
                <a:solidFill>
                  <a:srgbClr val="444444"/>
                </a:solidFill>
              </a:rPr>
              <a:t>Safety, Quality, Production (Work safe, focus on Quality, speed will come with repetition) </a:t>
            </a:r>
          </a:p>
          <a:p>
            <a:pPr marL="171450" indent="-171450">
              <a:buFont typeface="Arial,Sans-Serif"/>
              <a:buChar char="•"/>
            </a:pPr>
            <a:endParaRPr lang="en-US" b="1">
              <a:solidFill>
                <a:srgbClr val="444444"/>
              </a:solidFill>
            </a:endParaRPr>
          </a:p>
          <a:p>
            <a:pPr marL="171450" indent="-171450">
              <a:buFont typeface="Arial,Sans-Serif"/>
              <a:buChar char="•"/>
            </a:pPr>
            <a:r>
              <a:rPr lang="en-US" sz="1200" b="1" kern="1200">
                <a:solidFill>
                  <a:srgbClr val="444444"/>
                </a:solidFill>
                <a:effectLst/>
                <a:latin typeface="+mn-lt"/>
                <a:ea typeface="+mn-ea"/>
                <a:cs typeface="+mn-cs"/>
              </a:rPr>
              <a:t>S</a:t>
            </a:r>
            <a:r>
              <a:rPr lang="en-US" sz="1200" b="1" kern="1200">
                <a:solidFill>
                  <a:schemeClr val="tx1"/>
                </a:solidFill>
                <a:effectLst/>
                <a:latin typeface="+mn-lt"/>
                <a:ea typeface="+mn-ea"/>
                <a:cs typeface="+mn-cs"/>
              </a:rPr>
              <a:t>tay close to the work and verify early to prevent rework. (trust but verify)</a:t>
            </a:r>
          </a:p>
          <a:p>
            <a:pPr marL="171450" indent="-171450">
              <a:buFont typeface="Arial,Sans-Serif"/>
              <a:buChar char="•"/>
            </a:pPr>
            <a:r>
              <a:rPr lang="en-US" sz="1200" b="1" kern="1200">
                <a:solidFill>
                  <a:schemeClr val="tx1"/>
                </a:solidFill>
                <a:effectLst/>
                <a:latin typeface="+mn-lt"/>
                <a:ea typeface="+mn-ea"/>
                <a:cs typeface="+mn-cs"/>
              </a:rPr>
              <a:t>Quality is everyone’s job. The role of the QM is to make it clear and repeatable.</a:t>
            </a:r>
          </a:p>
          <a:p>
            <a:pPr marL="171450" indent="-171450">
              <a:buFont typeface="Arial,Sans-Serif"/>
              <a:buChar char="•"/>
            </a:pPr>
            <a:r>
              <a:rPr lang="en-US" sz="1200" b="1" kern="1200">
                <a:solidFill>
                  <a:schemeClr val="tx1"/>
                </a:solidFill>
                <a:effectLst/>
                <a:latin typeface="+mn-lt"/>
                <a:ea typeface="+mn-ea"/>
                <a:cs typeface="+mn-cs"/>
              </a:rPr>
              <a:t>Coach and empower crews, not just inspectors.</a:t>
            </a:r>
          </a:p>
          <a:p>
            <a:pPr marL="171450" indent="-171450">
              <a:buFont typeface="Arial,Sans-Serif"/>
              <a:buChar char="•"/>
            </a:pPr>
            <a:endParaRPr lang="en-US" b="1">
              <a:solidFill>
                <a:srgbClr val="444444"/>
              </a:solidFill>
            </a:endParaRPr>
          </a:p>
          <a:p>
            <a:pPr marL="171450" indent="-171450">
              <a:buFont typeface="Arial,Sans-Serif"/>
              <a:buChar char="•"/>
            </a:pPr>
            <a:endParaRPr lang="en-US">
              <a:solidFill>
                <a:srgbClr val="444444"/>
              </a:solidFill>
            </a:endParaRPr>
          </a:p>
        </p:txBody>
      </p:sp>
      <p:sp>
        <p:nvSpPr>
          <p:cNvPr id="4" name="Slide Number Placeholder 3"/>
          <p:cNvSpPr>
            <a:spLocks noGrp="1"/>
          </p:cNvSpPr>
          <p:nvPr>
            <p:ph type="sldNum" sz="quarter" idx="5"/>
          </p:nvPr>
        </p:nvSpPr>
        <p:spPr/>
        <p:txBody>
          <a:bodyPr/>
          <a:lstStyle/>
          <a:p>
            <a:fld id="{C2C6F999-40D2-4E04-952A-7FD521BE26BB}" type="slidenum">
              <a:rPr lang="en-US"/>
              <a:t>22</a:t>
            </a:fld>
            <a:endParaRPr lang="en-US"/>
          </a:p>
        </p:txBody>
      </p:sp>
    </p:spTree>
    <p:extLst>
      <p:ext uri="{BB962C8B-B14F-4D97-AF65-F5344CB8AC3E}">
        <p14:creationId xmlns:p14="http://schemas.microsoft.com/office/powerpoint/2010/main" val="3799439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2. Proactive (not reactive) Quality Management </a:t>
            </a:r>
            <a:endParaRPr lang="en-US"/>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b="1"/>
              <a:t>We use a risk-based Inspection Test Plan (ITP) to monitor and document project quality. </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b="1" kern="1200">
                <a:solidFill>
                  <a:schemeClr val="tx1"/>
                </a:solidFill>
                <a:effectLst/>
                <a:latin typeface="+mn-lt"/>
                <a:ea typeface="+mn-ea"/>
                <a:cs typeface="+mn-cs"/>
              </a:rPr>
              <a:t>Tie quality checkpoints to schedule milestones to keep progress smooth.</a:t>
            </a:r>
            <a:endParaRPr lang="en-US"/>
          </a:p>
          <a:p>
            <a:pPr marL="171450" indent="-171450">
              <a:buFont typeface="Arial"/>
              <a:buChar char="•"/>
            </a:pPr>
            <a:r>
              <a:rPr lang="en-US" b="1"/>
              <a:t>Deviations from standards are swiftly identified; corrective actions are taken in a timely manner.</a:t>
            </a:r>
            <a:endParaRPr lang="en-US"/>
          </a:p>
          <a:p>
            <a:pPr marL="171450" indent="-171450">
              <a:buFont typeface="Arial"/>
              <a:buChar char="•"/>
            </a:pPr>
            <a:r>
              <a:rPr lang="en-US" b="1"/>
              <a:t>Our robust Quality Management System (QMS) captures lessons learned and drives ongoing transformation, with a focus on Supplier Quality and Self-Perform.</a:t>
            </a:r>
            <a:endParaRPr lang="en-US"/>
          </a:p>
          <a:p>
            <a:endParaRPr lang="en-US" b="1">
              <a:ea typeface="Calibri" panose="020F0502020204030204"/>
              <a:cs typeface="Calibri" panose="020F0502020204030204"/>
            </a:endParaRPr>
          </a:p>
          <a:p>
            <a:r>
              <a:rPr lang="en-US" b="1"/>
              <a:t>3. Continuous Improvement</a:t>
            </a:r>
            <a:endParaRPr lang="en-US"/>
          </a:p>
          <a:p>
            <a:pPr marL="171450" indent="-171450">
              <a:buFont typeface="Arial"/>
              <a:buChar char="•"/>
            </a:pPr>
            <a:r>
              <a:rPr lang="en-US" b="1"/>
              <a:t>Improved estimates, enhanced execution, and streamlined project close-outs for our clients are the direct results of our quality processes.</a:t>
            </a:r>
            <a:endParaRPr lang="en-US"/>
          </a:p>
          <a:p>
            <a:pPr marL="171450" indent="-171450">
              <a:buFont typeface="Arial"/>
              <a:buChar char="•"/>
            </a:pPr>
            <a:r>
              <a:rPr lang="en-US" b="1"/>
              <a:t>We are committed to delivering satisfied clients and successful outcomes.</a:t>
            </a:r>
            <a:endParaRPr lang="en-US"/>
          </a:p>
          <a:p>
            <a:endParaRPr lang="en-US" b="1">
              <a:ea typeface="Calibri" panose="020F0502020204030204"/>
              <a:cs typeface="Calibri" panose="020F0502020204030204"/>
            </a:endParaRPr>
          </a:p>
          <a:p>
            <a:r>
              <a:rPr lang="en-US" b="1"/>
              <a:t>4. Structured Quality Assurance &amp; Control</a:t>
            </a:r>
            <a:endParaRPr lang="en-US"/>
          </a:p>
          <a:p>
            <a:pPr marL="171450" indent="-171450">
              <a:buFont typeface="Arial"/>
              <a:buChar char="•"/>
            </a:pPr>
            <a:r>
              <a:rPr lang="en-US" b="1"/>
              <a:t>A dedicated Site Quality Manager oversees project quality, using tailored inspection plans and documentation.</a:t>
            </a:r>
            <a:endParaRPr lang="en-US"/>
          </a:p>
          <a:p>
            <a:pPr marL="171450" indent="-171450">
              <a:buFont typeface="Arial"/>
              <a:buChar char="•"/>
            </a:pPr>
            <a:r>
              <a:rPr lang="en-US" b="1"/>
              <a:t>A project-specific Quality Manual is prepared before construction begins, ensuring clear standards and expectations.</a:t>
            </a:r>
            <a:endParaRPr lang="en-US"/>
          </a:p>
          <a:p>
            <a:pPr marL="171450" indent="-171450">
              <a:buFont typeface="Arial"/>
              <a:buChar char="•"/>
            </a:pPr>
            <a:r>
              <a:rPr lang="en-US" b="1"/>
              <a:t>We conduct weekly meetings with subcontractors to align inspection schedules and address concerns proactively.</a:t>
            </a:r>
            <a:endParaRPr lang="en-US"/>
          </a:p>
          <a:p>
            <a:endParaRPr lang="en-US" b="1">
              <a:ea typeface="Calibri"/>
              <a:cs typeface="Calibri"/>
            </a:endParaRPr>
          </a:p>
          <a:p>
            <a:br>
              <a:rPr lang="en-US"/>
            </a:br>
            <a:endParaRPr lang="en-US"/>
          </a:p>
          <a:p>
            <a:endParaRPr lang="en-US">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C2C6F999-40D2-4E04-952A-7FD521BE26BB}" type="slidenum">
              <a:rPr lang="en-US"/>
              <a:t>23</a:t>
            </a:fld>
            <a:endParaRPr lang="en-US"/>
          </a:p>
        </p:txBody>
      </p:sp>
    </p:spTree>
    <p:extLst>
      <p:ext uri="{BB962C8B-B14F-4D97-AF65-F5344CB8AC3E}">
        <p14:creationId xmlns:p14="http://schemas.microsoft.com/office/powerpoint/2010/main" val="700778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Inspection &amp; Accountability</a:t>
            </a:r>
            <a:endParaRPr lang="en-US"/>
          </a:p>
          <a:p>
            <a:pPr marL="171450" indent="-171450">
              <a:buFont typeface="Arial"/>
              <a:buChar char="•"/>
            </a:pPr>
            <a:r>
              <a:rPr lang="en-US" b="1"/>
              <a:t>First Article Inspections (FAIs): Verify processes produce consistent, compliant results.</a:t>
            </a:r>
            <a:endParaRPr lang="en-US"/>
          </a:p>
          <a:p>
            <a:pPr marL="171450" indent="-171450">
              <a:buFont typeface="Arial"/>
              <a:buChar char="•"/>
            </a:pPr>
            <a:r>
              <a:rPr lang="en-US" b="1"/>
              <a:t>Regular Inspections: Work is inspected during installation and after completion. Frequency adapts to demonstrated quality.</a:t>
            </a:r>
            <a:endParaRPr lang="en-US"/>
          </a:p>
          <a:p>
            <a:pPr marL="171450" indent="-171450">
              <a:buFont typeface="Arial"/>
              <a:buChar char="•"/>
            </a:pPr>
            <a:r>
              <a:rPr lang="en-US" b="1"/>
              <a:t>Issue Resolution: Field observations are documented; subcontractors have three business days to resolve issues.</a:t>
            </a:r>
            <a:endParaRPr lang="en-US"/>
          </a:p>
          <a:p>
            <a:pPr marL="171450" indent="-171450">
              <a:buFont typeface="Arial"/>
              <a:buChar char="•"/>
            </a:pPr>
            <a:r>
              <a:rPr lang="en-US" b="1"/>
              <a:t>Escalation Path: Unresolved or major issues result in Non-Conformance Reports (NCRs), ensuring all concerns are addressed before project completion.</a:t>
            </a:r>
            <a:endParaRPr lang="en-US"/>
          </a:p>
          <a:p>
            <a:endParaRPr lang="en-US" b="1">
              <a:ea typeface="Calibri" panose="020F0502020204030204"/>
              <a:cs typeface="Calibri" panose="020F0502020204030204"/>
            </a:endParaRPr>
          </a:p>
          <a:p>
            <a:r>
              <a:rPr lang="en-US" b="1"/>
              <a:t>6. Koch Engineered Solutions Difference</a:t>
            </a:r>
            <a:endParaRPr lang="en-US"/>
          </a:p>
          <a:p>
            <a:pPr marL="171450" indent="-171450">
              <a:buFont typeface="Arial"/>
              <a:buChar char="•"/>
            </a:pPr>
            <a:r>
              <a:rPr lang="en-US" b="1"/>
              <a:t>As part of Koch Engineered Solutions, DEPCOM leverages industry-leading practices and resources to deliver value and reliability.</a:t>
            </a:r>
            <a:endParaRPr lang="en-US"/>
          </a:p>
          <a:p>
            <a:pPr marL="171450" indent="-171450">
              <a:buFont typeface="Arial"/>
              <a:buChar char="•"/>
            </a:pPr>
            <a:endParaRPr lang="en-US" b="1">
              <a:ea typeface="Calibri"/>
              <a:cs typeface="Calibri"/>
            </a:endParaRPr>
          </a:p>
          <a:p>
            <a:r>
              <a:rPr lang="en-US" b="1"/>
              <a:t>Quick Reference Table</a:t>
            </a:r>
            <a:endParaRPr lang="en-US"/>
          </a:p>
          <a:p>
            <a:endParaRPr lang="en-US" b="1">
              <a:ea typeface="Calibri"/>
              <a:cs typeface="Calibri"/>
            </a:endParaRPr>
          </a:p>
          <a:p>
            <a:r>
              <a:rPr lang="en-US" b="1"/>
              <a:t>Key Quality Measures-Client Benefit</a:t>
            </a:r>
            <a:endParaRPr lang="en-US"/>
          </a:p>
          <a:p>
            <a:r>
              <a:rPr lang="en-US" b="1"/>
              <a:t>Risk-based Inspections-Early issue detection</a:t>
            </a:r>
            <a:endParaRPr lang="en-US"/>
          </a:p>
          <a:p>
            <a:r>
              <a:rPr lang="en-US" b="1"/>
              <a:t>Timely Corrective Actions-Reduced rework, project speed</a:t>
            </a:r>
            <a:endParaRPr lang="en-US"/>
          </a:p>
          <a:p>
            <a:r>
              <a:rPr lang="en-US" b="1"/>
              <a:t>Weekly Subcontractor Meetings-Transparent communication</a:t>
            </a:r>
            <a:endParaRPr lang="en-US"/>
          </a:p>
          <a:p>
            <a:r>
              <a:rPr lang="en-US" b="1"/>
              <a:t>Three-Day Issue Resolution-Fast response to concerns</a:t>
            </a:r>
            <a:endParaRPr lang="en-US"/>
          </a:p>
          <a:p>
            <a:r>
              <a:rPr lang="en-US" b="1"/>
              <a:t>Non-Conformance Reports-Accountability and closure</a:t>
            </a:r>
            <a:endParaRPr lang="en-US"/>
          </a:p>
          <a:p>
            <a:r>
              <a:rPr lang="en-US" b="1"/>
              <a:t>Robust QMS-Continuous improvement</a:t>
            </a:r>
            <a:endParaRPr lang="en-US"/>
          </a:p>
          <a:p>
            <a:endParaRPr lang="en-US" b="1">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C2C6F999-40D2-4E04-952A-7FD521BE26BB}" type="slidenum">
              <a:rPr lang="en-US" smtClean="0"/>
              <a:t>24</a:t>
            </a:fld>
            <a:endParaRPr lang="en-US"/>
          </a:p>
        </p:txBody>
      </p:sp>
    </p:spTree>
    <p:extLst>
      <p:ext uri="{BB962C8B-B14F-4D97-AF65-F5344CB8AC3E}">
        <p14:creationId xmlns:p14="http://schemas.microsoft.com/office/powerpoint/2010/main" val="25266497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FF0000"/>
                </a:solidFill>
              </a:rPr>
              <a:t>Recommended talking points  from David Noriega</a:t>
            </a:r>
          </a:p>
          <a:p>
            <a:endParaRPr lang="en-US">
              <a:solidFill>
                <a:srgbClr val="FF0000"/>
              </a:solidFill>
            </a:endParaRPr>
          </a:p>
          <a:p>
            <a:pPr marL="285750" indent="-285750">
              <a:buFont typeface="Arial" panose="020B0604020202020204" pitchFamily="34" charset="0"/>
              <a:buChar char="•"/>
            </a:pPr>
            <a:r>
              <a:rPr lang="en-US">
                <a:solidFill>
                  <a:srgbClr val="FF0000"/>
                </a:solidFill>
              </a:rPr>
              <a:t>Site staging areas &amp; storage conditions</a:t>
            </a:r>
          </a:p>
          <a:p>
            <a:pPr marL="285750" indent="-285750">
              <a:buFont typeface="Arial" panose="020B0604020202020204" pitchFamily="34" charset="0"/>
              <a:buChar char="•"/>
            </a:pPr>
            <a:r>
              <a:rPr lang="en-US">
                <a:solidFill>
                  <a:srgbClr val="FF0000"/>
                </a:solidFill>
              </a:rPr>
              <a:t>Weather protection &amp; security</a:t>
            </a:r>
          </a:p>
          <a:p>
            <a:pPr marL="285750" indent="-285750">
              <a:buFont typeface="Arial" panose="020B0604020202020204" pitchFamily="34" charset="0"/>
              <a:buChar char="•"/>
            </a:pPr>
            <a:r>
              <a:rPr lang="en-US">
                <a:solidFill>
                  <a:srgbClr val="FF0000"/>
                </a:solidFill>
              </a:rPr>
              <a:t>Just-in-time vs. buffer stock</a:t>
            </a:r>
          </a:p>
          <a:p>
            <a:pPr marL="285750" indent="-285750">
              <a:buFont typeface="Arial" panose="020B0604020202020204" pitchFamily="34" charset="0"/>
              <a:buChar char="•"/>
            </a:pPr>
            <a:r>
              <a:rPr lang="en-US">
                <a:solidFill>
                  <a:srgbClr val="FF0000"/>
                </a:solidFill>
              </a:rPr>
              <a:t>Aligning logistics with construction timelines</a:t>
            </a:r>
          </a:p>
          <a:p>
            <a:pPr marL="285750" indent="-285750">
              <a:buFont typeface="Arial" panose="020B0604020202020204" pitchFamily="34" charset="0"/>
              <a:buChar char="•"/>
            </a:pPr>
            <a:r>
              <a:rPr lang="en-US">
                <a:solidFill>
                  <a:srgbClr val="FF0000"/>
                </a:solidFill>
              </a:rPr>
              <a:t>Coordinating multi-phase deliveries</a:t>
            </a:r>
          </a:p>
          <a:p>
            <a:pPr marL="285750" indent="-285750">
              <a:buFont typeface="Arial" panose="020B0604020202020204" pitchFamily="34" charset="0"/>
              <a:buChar char="•"/>
            </a:pPr>
            <a:r>
              <a:rPr lang="en-US">
                <a:solidFill>
                  <a:srgbClr val="FF0000"/>
                </a:solidFill>
              </a:rPr>
              <a:t>Risk of delays &amp; contingency strategies</a:t>
            </a:r>
          </a:p>
          <a:p>
            <a:pPr marL="285750" indent="-285750">
              <a:buFont typeface="Arial" panose="020B0604020202020204" pitchFamily="34" charset="0"/>
              <a:buChar char="•"/>
            </a:pPr>
            <a:r>
              <a:rPr lang="en-US">
                <a:solidFill>
                  <a:srgbClr val="FF0000"/>
                </a:solidFill>
              </a:rPr>
              <a:t>Strong coordination between procurement &amp; project execution</a:t>
            </a:r>
          </a:p>
          <a:p>
            <a:pPr marL="285750" indent="-285750">
              <a:buFont typeface="Arial" panose="020B0604020202020204" pitchFamily="34" charset="0"/>
              <a:buChar char="•"/>
            </a:pPr>
            <a:r>
              <a:rPr lang="en-US">
                <a:solidFill>
                  <a:srgbClr val="FF0000"/>
                </a:solidFill>
              </a:rPr>
              <a:t>Last-mile delivery to remote/rural project sites</a:t>
            </a:r>
          </a:p>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25</a:t>
            </a:fld>
            <a:endParaRPr lang="en-US"/>
          </a:p>
        </p:txBody>
      </p:sp>
    </p:spTree>
    <p:extLst>
      <p:ext uri="{BB962C8B-B14F-4D97-AF65-F5344CB8AC3E}">
        <p14:creationId xmlns:p14="http://schemas.microsoft.com/office/powerpoint/2010/main" val="1531659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0C7EE9F-CF73-4294-8583-897D4FF131BF}" type="slidenum">
              <a:rPr lang="en-US" smtClean="0"/>
              <a:t>29</a:t>
            </a:fld>
            <a:endParaRPr lang="en-US"/>
          </a:p>
        </p:txBody>
      </p:sp>
    </p:spTree>
    <p:extLst>
      <p:ext uri="{BB962C8B-B14F-4D97-AF65-F5344CB8AC3E}">
        <p14:creationId xmlns:p14="http://schemas.microsoft.com/office/powerpoint/2010/main" val="3392162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Reduce W/m2 standard</a:t>
            </a:r>
          </a:p>
          <a:p>
            <a:endParaRPr lang="en-US"/>
          </a:p>
        </p:txBody>
      </p:sp>
      <p:sp>
        <p:nvSpPr>
          <p:cNvPr id="4" name="Slide Number Placeholder 3"/>
          <p:cNvSpPr>
            <a:spLocks noGrp="1"/>
          </p:cNvSpPr>
          <p:nvPr>
            <p:ph type="sldNum" sz="quarter" idx="5"/>
          </p:nvPr>
        </p:nvSpPr>
        <p:spPr/>
        <p:txBody>
          <a:bodyPr/>
          <a:lstStyle/>
          <a:p>
            <a:fld id="{C2C6F999-40D2-4E04-952A-7FD521BE26BB}" type="slidenum">
              <a:rPr lang="en-US" smtClean="0"/>
              <a:t>32</a:t>
            </a:fld>
            <a:endParaRPr lang="en-US"/>
          </a:p>
        </p:txBody>
      </p:sp>
    </p:spTree>
    <p:extLst>
      <p:ext uri="{BB962C8B-B14F-4D97-AF65-F5344CB8AC3E}">
        <p14:creationId xmlns:p14="http://schemas.microsoft.com/office/powerpoint/2010/main" val="911242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095D6-52CC-27CB-BFA5-909407C40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D45F9-5461-3529-1146-65B0BA5B5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6AE18-F47A-7045-3AE6-D775D6F0BD8B}"/>
              </a:ext>
            </a:extLst>
          </p:cNvPr>
          <p:cNvSpPr>
            <a:spLocks noGrp="1"/>
          </p:cNvSpPr>
          <p:nvPr>
            <p:ph type="body" idx="1"/>
          </p:nvPr>
        </p:nvSpPr>
        <p:spPr/>
        <p:txBody>
          <a:bodyPr/>
          <a:lstStyle/>
          <a:p>
            <a:r>
              <a:rPr lang="en-US"/>
              <a:t>Reduce W/m2 standard</a:t>
            </a:r>
          </a:p>
          <a:p>
            <a:endParaRPr lang="en-US"/>
          </a:p>
        </p:txBody>
      </p:sp>
      <p:sp>
        <p:nvSpPr>
          <p:cNvPr id="4" name="Slide Number Placeholder 3">
            <a:extLst>
              <a:ext uri="{FF2B5EF4-FFF2-40B4-BE49-F238E27FC236}">
                <a16:creationId xmlns:a16="http://schemas.microsoft.com/office/drawing/2014/main" id="{85536171-031D-78DB-929C-3185BB470FF6}"/>
              </a:ext>
            </a:extLst>
          </p:cNvPr>
          <p:cNvSpPr>
            <a:spLocks noGrp="1"/>
          </p:cNvSpPr>
          <p:nvPr>
            <p:ph type="sldNum" sz="quarter" idx="5"/>
          </p:nvPr>
        </p:nvSpPr>
        <p:spPr/>
        <p:txBody>
          <a:bodyPr/>
          <a:lstStyle/>
          <a:p>
            <a:fld id="{C2C6F999-40D2-4E04-952A-7FD521BE26BB}" type="slidenum">
              <a:rPr lang="en-US" smtClean="0"/>
              <a:t>33</a:t>
            </a:fld>
            <a:endParaRPr lang="en-US"/>
          </a:p>
        </p:txBody>
      </p:sp>
    </p:spTree>
    <p:extLst>
      <p:ext uri="{BB962C8B-B14F-4D97-AF65-F5344CB8AC3E}">
        <p14:creationId xmlns:p14="http://schemas.microsoft.com/office/powerpoint/2010/main" val="3737336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L1 and L2.  Remove tracker</a:t>
            </a:r>
          </a:p>
        </p:txBody>
      </p:sp>
      <p:sp>
        <p:nvSpPr>
          <p:cNvPr id="4" name="Slide Number Placeholder 3"/>
          <p:cNvSpPr>
            <a:spLocks noGrp="1"/>
          </p:cNvSpPr>
          <p:nvPr>
            <p:ph type="sldNum" sz="quarter" idx="5"/>
          </p:nvPr>
        </p:nvSpPr>
        <p:spPr/>
        <p:txBody>
          <a:bodyPr/>
          <a:lstStyle/>
          <a:p>
            <a:fld id="{C2C6F999-40D2-4E04-952A-7FD521BE26BB}" type="slidenum">
              <a:rPr lang="en-US" smtClean="0"/>
              <a:t>38</a:t>
            </a:fld>
            <a:endParaRPr lang="en-US"/>
          </a:p>
        </p:txBody>
      </p:sp>
    </p:spTree>
    <p:extLst>
      <p:ext uri="{BB962C8B-B14F-4D97-AF65-F5344CB8AC3E}">
        <p14:creationId xmlns:p14="http://schemas.microsoft.com/office/powerpoint/2010/main" val="1846321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9" name="Picture 18" descr="A graph paper with a black background&#10;&#10;AI-generated content may be incorrect.">
            <a:extLst>
              <a:ext uri="{FF2B5EF4-FFF2-40B4-BE49-F238E27FC236}">
                <a16:creationId xmlns:a16="http://schemas.microsoft.com/office/drawing/2014/main" id="{7CC8A40B-C12E-5B00-0D9C-32BD81F4DC9E}"/>
              </a:ext>
            </a:extLst>
          </p:cNvPr>
          <p:cNvPicPr/>
          <p:nvPr userDrawn="1"/>
        </p:nvPicPr>
        <p:blipFill>
          <a:blip r:embed="rId2"/>
          <a:srcRect t="53308" r="30265"/>
          <a:stretch/>
        </p:blipFill>
        <p:spPr>
          <a:xfrm>
            <a:off x="687784" y="0"/>
            <a:ext cx="7569241" cy="5671569"/>
          </a:xfrm>
          <a:prstGeom prst="rect">
            <a:avLst/>
          </a:prstGeom>
        </p:spPr>
      </p:pic>
      <p:sp>
        <p:nvSpPr>
          <p:cNvPr id="21" name="Text Placeholder 13">
            <a:extLst>
              <a:ext uri="{FF2B5EF4-FFF2-40B4-BE49-F238E27FC236}">
                <a16:creationId xmlns:a16="http://schemas.microsoft.com/office/drawing/2014/main" id="{E5C46742-763F-60D9-414A-AC6BADCB24E8}"/>
              </a:ext>
            </a:extLst>
          </p:cNvPr>
          <p:cNvSpPr>
            <a:spLocks noGrp="1"/>
          </p:cNvSpPr>
          <p:nvPr>
            <p:ph type="body" sz="quarter" idx="13" hasCustomPrompt="1"/>
          </p:nvPr>
        </p:nvSpPr>
        <p:spPr>
          <a:xfrm>
            <a:off x="967393" y="5699049"/>
            <a:ext cx="3525838" cy="365125"/>
          </a:xfrm>
          <a:prstGeom prst="rect">
            <a:avLst/>
          </a:prstGeom>
        </p:spPr>
        <p:txBody>
          <a:bodyPr>
            <a:noAutofit/>
          </a:bodyPr>
          <a:lstStyle>
            <a:lvl1pPr marL="0" indent="0">
              <a:buNone/>
              <a:defRPr sz="1900" b="1">
                <a:solidFill>
                  <a:schemeClr val="accent2"/>
                </a:solidFill>
              </a:defRPr>
            </a:lvl1pPr>
          </a:lstStyle>
          <a:p>
            <a:pPr lvl="0"/>
            <a:r>
              <a:rPr lang="en-US"/>
              <a:t>AUTHOR NAME/DATE</a:t>
            </a:r>
          </a:p>
        </p:txBody>
      </p:sp>
      <p:sp>
        <p:nvSpPr>
          <p:cNvPr id="22" name="Subtitle 2">
            <a:extLst>
              <a:ext uri="{FF2B5EF4-FFF2-40B4-BE49-F238E27FC236}">
                <a16:creationId xmlns:a16="http://schemas.microsoft.com/office/drawing/2014/main" id="{DEF24FAC-4DF9-F5F9-3114-22F679853154}"/>
              </a:ext>
            </a:extLst>
          </p:cNvPr>
          <p:cNvSpPr>
            <a:spLocks noGrp="1"/>
          </p:cNvSpPr>
          <p:nvPr>
            <p:ph type="subTitle" idx="1" hasCustomPrompt="1"/>
          </p:nvPr>
        </p:nvSpPr>
        <p:spPr>
          <a:xfrm>
            <a:off x="957665" y="3838098"/>
            <a:ext cx="5367131" cy="1655762"/>
          </a:xfrm>
          <a:prstGeom prst="rect">
            <a:avLst/>
          </a:prstGeom>
        </p:spPr>
        <p:txBody>
          <a:bodyPr>
            <a:noAutofit/>
          </a:bodyPr>
          <a:lstStyle>
            <a:lvl1pPr marL="0" indent="0" algn="l">
              <a:buNone/>
              <a:defRPr sz="28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MASTER SUBTITLE</a:t>
            </a:r>
          </a:p>
        </p:txBody>
      </p:sp>
      <p:sp>
        <p:nvSpPr>
          <p:cNvPr id="23" name="Title 1">
            <a:extLst>
              <a:ext uri="{FF2B5EF4-FFF2-40B4-BE49-F238E27FC236}">
                <a16:creationId xmlns:a16="http://schemas.microsoft.com/office/drawing/2014/main" id="{B6FB65DC-5143-E634-B4F4-2892AECD93B4}"/>
              </a:ext>
            </a:extLst>
          </p:cNvPr>
          <p:cNvSpPr>
            <a:spLocks noGrp="1"/>
          </p:cNvSpPr>
          <p:nvPr>
            <p:ph type="ctrTitle" hasCustomPrompt="1"/>
          </p:nvPr>
        </p:nvSpPr>
        <p:spPr>
          <a:xfrm>
            <a:off x="939222" y="1947150"/>
            <a:ext cx="5916323" cy="1941747"/>
          </a:xfrm>
        </p:spPr>
        <p:txBody>
          <a:bodyPr anchor="b">
            <a:noAutofit/>
          </a:bodyPr>
          <a:lstStyle>
            <a:lvl1pPr algn="l">
              <a:defRPr sz="5000">
                <a:solidFill>
                  <a:schemeClr val="accent2"/>
                </a:solidFill>
              </a:defRPr>
            </a:lvl1pPr>
          </a:lstStyle>
          <a:p>
            <a:r>
              <a:rPr lang="en-US"/>
              <a:t>MASTER TITLE</a:t>
            </a:r>
          </a:p>
        </p:txBody>
      </p:sp>
      <p:sp>
        <p:nvSpPr>
          <p:cNvPr id="24" name="Rectangle 23">
            <a:extLst>
              <a:ext uri="{FF2B5EF4-FFF2-40B4-BE49-F238E27FC236}">
                <a16:creationId xmlns:a16="http://schemas.microsoft.com/office/drawing/2014/main" id="{ED57DAD1-4B1D-3E9D-D63E-3F51A4CF0E5E}"/>
              </a:ext>
            </a:extLst>
          </p:cNvPr>
          <p:cNvSpPr/>
          <p:nvPr userDrawn="1"/>
        </p:nvSpPr>
        <p:spPr>
          <a:xfrm>
            <a:off x="0" y="1"/>
            <a:ext cx="67728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A9FA9FAA-9123-4D8B-0638-B7D10D3284AD}"/>
              </a:ext>
            </a:extLst>
          </p:cNvPr>
          <p:cNvCxnSpPr>
            <a:cxnSpLocks/>
          </p:cNvCxnSpPr>
          <p:nvPr userDrawn="1"/>
        </p:nvCxnSpPr>
        <p:spPr>
          <a:xfrm>
            <a:off x="677286" y="0"/>
            <a:ext cx="10498" cy="6857999"/>
          </a:xfrm>
          <a:prstGeom prst="line">
            <a:avLst/>
          </a:prstGeom>
        </p:spPr>
        <p:style>
          <a:lnRef idx="2">
            <a:schemeClr val="accent3"/>
          </a:lnRef>
          <a:fillRef idx="0">
            <a:schemeClr val="accent3"/>
          </a:fillRef>
          <a:effectRef idx="1">
            <a:schemeClr val="accent3"/>
          </a:effectRef>
          <a:fontRef idx="minor">
            <a:schemeClr val="tx1"/>
          </a:fontRef>
        </p:style>
      </p:cxnSp>
      <p:sp>
        <p:nvSpPr>
          <p:cNvPr id="31" name="Rectangle 30">
            <a:extLst>
              <a:ext uri="{FF2B5EF4-FFF2-40B4-BE49-F238E27FC236}">
                <a16:creationId xmlns:a16="http://schemas.microsoft.com/office/drawing/2014/main" id="{6A051DDA-4380-0008-8ADA-2239E9CA2DD9}"/>
              </a:ext>
            </a:extLst>
          </p:cNvPr>
          <p:cNvSpPr/>
          <p:nvPr userDrawn="1"/>
        </p:nvSpPr>
        <p:spPr>
          <a:xfrm rot="10800000">
            <a:off x="677287" y="5552648"/>
            <a:ext cx="3996312" cy="18288"/>
          </a:xfrm>
          <a:prstGeom prst="rect">
            <a:avLst/>
          </a:prstGeom>
          <a:gradFill flip="none" rotWithShape="1">
            <a:gsLst>
              <a:gs pos="0">
                <a:schemeClr val="tx2">
                  <a:alpha val="0"/>
                </a:schemeClr>
              </a:gs>
              <a:gs pos="53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descr="A black background with yellow lines&#10;&#10;AI-generated content may be incorrect.">
            <a:extLst>
              <a:ext uri="{FF2B5EF4-FFF2-40B4-BE49-F238E27FC236}">
                <a16:creationId xmlns:a16="http://schemas.microsoft.com/office/drawing/2014/main" id="{A4F3B902-B9A3-17D0-B82A-A3A249AC8D95}"/>
              </a:ext>
            </a:extLst>
          </p:cNvPr>
          <p:cNvPicPr>
            <a:picLocks noChangeAspect="1"/>
          </p:cNvPicPr>
          <p:nvPr userDrawn="1"/>
        </p:nvPicPr>
        <p:blipFill>
          <a:blip r:embed="rId3"/>
          <a:stretch>
            <a:fillRect/>
          </a:stretch>
        </p:blipFill>
        <p:spPr>
          <a:xfrm>
            <a:off x="871374" y="953489"/>
            <a:ext cx="3863523" cy="637884"/>
          </a:xfrm>
          <a:prstGeom prst="rect">
            <a:avLst/>
          </a:prstGeom>
        </p:spPr>
      </p:pic>
    </p:spTree>
    <p:extLst>
      <p:ext uri="{BB962C8B-B14F-4D97-AF65-F5344CB8AC3E}">
        <p14:creationId xmlns:p14="http://schemas.microsoft.com/office/powerpoint/2010/main" val="8960857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F78BE98-EAD7-E3AE-4C4D-B824367CE3A6}"/>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FF98A6E5-C869-0CCA-A50C-E09B1128CA3E}"/>
              </a:ext>
            </a:extLst>
          </p:cNvPr>
          <p:cNvSpPr>
            <a:spLocks noGrp="1"/>
          </p:cNvSpPr>
          <p:nvPr>
            <p:ph type="title" hasCustomPrompt="1"/>
          </p:nvPr>
        </p:nvSpPr>
        <p:spPr>
          <a:xfrm>
            <a:off x="584201" y="647527"/>
            <a:ext cx="5435599" cy="464608"/>
          </a:xfrm>
        </p:spPr>
        <p:txBody>
          <a:bodyPr>
            <a:noAutofit/>
          </a:bodyPr>
          <a:lstStyle>
            <a:lvl1pPr>
              <a:defRPr>
                <a:solidFill>
                  <a:schemeClr val="bg1"/>
                </a:solidFill>
              </a:defRPr>
            </a:lvl1pPr>
          </a:lstStyle>
          <a:p>
            <a:r>
              <a:rPr lang="en-US"/>
              <a:t>TITLE HERE</a:t>
            </a:r>
          </a:p>
        </p:txBody>
      </p:sp>
      <p:sp>
        <p:nvSpPr>
          <p:cNvPr id="14" name="Content Placeholder 2">
            <a:extLst>
              <a:ext uri="{FF2B5EF4-FFF2-40B4-BE49-F238E27FC236}">
                <a16:creationId xmlns:a16="http://schemas.microsoft.com/office/drawing/2014/main" id="{EAFB6848-3DEA-66D2-1B3F-77F121565482}"/>
              </a:ext>
            </a:extLst>
          </p:cNvPr>
          <p:cNvSpPr>
            <a:spLocks noGrp="1"/>
          </p:cNvSpPr>
          <p:nvPr>
            <p:ph sz="half" idx="1" hasCustomPrompt="1"/>
          </p:nvPr>
        </p:nvSpPr>
        <p:spPr>
          <a:xfrm>
            <a:off x="584200" y="2968051"/>
            <a:ext cx="5181600" cy="2725647"/>
          </a:xfrm>
          <a:prstGeom prst="rect">
            <a:avLst/>
          </a:prstGeom>
        </p:spPr>
        <p:txBody>
          <a:bodyPr>
            <a:noAutofit/>
          </a:bodyPr>
          <a:lstStyle>
            <a:lvl1pPr>
              <a:defRPr>
                <a:solidFill>
                  <a:schemeClr val="bg1"/>
                </a:solidFill>
              </a:defRPr>
            </a:lvl1pPr>
          </a:lstStyle>
          <a:p>
            <a:r>
              <a:rPr lang="en-US">
                <a:effectLst/>
                <a:latin typeface="Proxima Nova Rg"/>
              </a:rPr>
              <a:t>Content goes here</a:t>
            </a:r>
          </a:p>
        </p:txBody>
      </p:sp>
      <p:sp>
        <p:nvSpPr>
          <p:cNvPr id="15" name="Text Placeholder 10">
            <a:extLst>
              <a:ext uri="{FF2B5EF4-FFF2-40B4-BE49-F238E27FC236}">
                <a16:creationId xmlns:a16="http://schemas.microsoft.com/office/drawing/2014/main" id="{75EB4E53-8D19-70A2-1D64-B1EE8942E712}"/>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tx2"/>
                </a:solidFill>
              </a:defRPr>
            </a:lvl1pPr>
          </a:lstStyle>
          <a:p>
            <a:pPr lvl="0"/>
            <a:r>
              <a:rPr lang="en-US"/>
              <a:t>Subhead Text</a:t>
            </a:r>
          </a:p>
        </p:txBody>
      </p:sp>
      <p:sp>
        <p:nvSpPr>
          <p:cNvPr id="29" name="Picture Placeholder 28">
            <a:extLst>
              <a:ext uri="{FF2B5EF4-FFF2-40B4-BE49-F238E27FC236}">
                <a16:creationId xmlns:a16="http://schemas.microsoft.com/office/drawing/2014/main" id="{A0B6010A-DB9A-31E0-538C-D83A1641A1D3}"/>
              </a:ext>
            </a:extLst>
          </p:cNvPr>
          <p:cNvSpPr>
            <a:spLocks noGrp="1"/>
          </p:cNvSpPr>
          <p:nvPr>
            <p:ph type="pic" sz="quarter" idx="15"/>
          </p:nvPr>
        </p:nvSpPr>
        <p:spPr>
          <a:xfrm>
            <a:off x="6941128" y="647527"/>
            <a:ext cx="4317786" cy="5319722"/>
          </a:xfrm>
          <a:prstGeom prst="rect">
            <a:avLst/>
          </a:prstGeom>
          <a:noFill/>
        </p:spPr>
        <p:txBody>
          <a:bodyPr/>
          <a:lstStyle>
            <a:lvl1pPr>
              <a:defRPr>
                <a:noFill/>
              </a:defRPr>
            </a:lvl1pPr>
          </a:lstStyle>
          <a:p>
            <a:endParaRPr lang="en-US"/>
          </a:p>
        </p:txBody>
      </p:sp>
      <p:pic>
        <p:nvPicPr>
          <p:cNvPr id="2" name="Picture 1">
            <a:extLst>
              <a:ext uri="{FF2B5EF4-FFF2-40B4-BE49-F238E27FC236}">
                <a16:creationId xmlns:a16="http://schemas.microsoft.com/office/drawing/2014/main" id="{D257EDD6-5C74-9F4F-A646-EE59229CEC0B}"/>
              </a:ext>
            </a:extLst>
          </p:cNvPr>
          <p:cNvPicPr>
            <a:picLocks noChangeAspect="1"/>
          </p:cNvPicPr>
          <p:nvPr userDrawn="1"/>
        </p:nvPicPr>
        <p:blipFill>
          <a:blip r:embed="rId2"/>
          <a:srcRect/>
          <a:stretch/>
        </p:blipFill>
        <p:spPr>
          <a:xfrm>
            <a:off x="203342" y="6090841"/>
            <a:ext cx="3863524" cy="637884"/>
          </a:xfrm>
          <a:prstGeom prst="rect">
            <a:avLst/>
          </a:prstGeom>
        </p:spPr>
      </p:pic>
    </p:spTree>
    <p:extLst>
      <p:ext uri="{BB962C8B-B14F-4D97-AF65-F5344CB8AC3E}">
        <p14:creationId xmlns:p14="http://schemas.microsoft.com/office/powerpoint/2010/main" val="12350499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4" name="Picture 3" descr="A graph paper with a black background&#10;&#10;AI-generated content may be incorrect.">
            <a:extLst>
              <a:ext uri="{FF2B5EF4-FFF2-40B4-BE49-F238E27FC236}">
                <a16:creationId xmlns:a16="http://schemas.microsoft.com/office/drawing/2014/main" id="{E6F0B9F4-3DE3-8200-5E7F-B24D992A8ACB}"/>
              </a:ext>
            </a:extLst>
          </p:cNvPr>
          <p:cNvPicPr/>
          <p:nvPr userDrawn="1"/>
        </p:nvPicPr>
        <p:blipFill>
          <a:blip r:embed="rId2"/>
          <a:srcRect t="53308" r="30265"/>
          <a:stretch/>
        </p:blipFill>
        <p:spPr>
          <a:xfrm>
            <a:off x="4639655" y="0"/>
            <a:ext cx="7569241" cy="5671569"/>
          </a:xfrm>
          <a:prstGeom prst="rect">
            <a:avLst/>
          </a:prstGeom>
        </p:spPr>
      </p:pic>
      <p:sp>
        <p:nvSpPr>
          <p:cNvPr id="7" name="Title 1">
            <a:extLst>
              <a:ext uri="{FF2B5EF4-FFF2-40B4-BE49-F238E27FC236}">
                <a16:creationId xmlns:a16="http://schemas.microsoft.com/office/drawing/2014/main" id="{7F025175-B578-0A42-EA38-7D0DE5F14F1A}"/>
              </a:ext>
            </a:extLst>
          </p:cNvPr>
          <p:cNvSpPr>
            <a:spLocks noGrp="1"/>
          </p:cNvSpPr>
          <p:nvPr>
            <p:ph type="title" hasCustomPrompt="1"/>
          </p:nvPr>
        </p:nvSpPr>
        <p:spPr>
          <a:xfrm>
            <a:off x="584201" y="647527"/>
            <a:ext cx="6598657" cy="464608"/>
          </a:xfrm>
        </p:spPr>
        <p:txBody>
          <a:bodyPr>
            <a:noAutofit/>
          </a:bodyPr>
          <a:lstStyle/>
          <a:p>
            <a:r>
              <a:rPr lang="en-US"/>
              <a:t>TITLE HERE</a:t>
            </a:r>
          </a:p>
        </p:txBody>
      </p:sp>
      <p:sp>
        <p:nvSpPr>
          <p:cNvPr id="8" name="Content Placeholder 2">
            <a:extLst>
              <a:ext uri="{FF2B5EF4-FFF2-40B4-BE49-F238E27FC236}">
                <a16:creationId xmlns:a16="http://schemas.microsoft.com/office/drawing/2014/main" id="{5F31689B-70D1-75DA-9BCE-23E54CF88266}"/>
              </a:ext>
            </a:extLst>
          </p:cNvPr>
          <p:cNvSpPr>
            <a:spLocks noGrp="1"/>
          </p:cNvSpPr>
          <p:nvPr>
            <p:ph sz="half" idx="1" hasCustomPrompt="1"/>
          </p:nvPr>
        </p:nvSpPr>
        <p:spPr>
          <a:xfrm>
            <a:off x="584200" y="1761457"/>
            <a:ext cx="6598656" cy="3932242"/>
          </a:xfrm>
          <a:prstGeom prst="rect">
            <a:avLst/>
          </a:prstGeom>
        </p:spPr>
        <p:txBody>
          <a:bodyPr>
            <a:noAutofit/>
          </a:bodyPr>
          <a:lstStyle/>
          <a:p>
            <a:r>
              <a:rPr lang="en-US">
                <a:effectLst/>
                <a:latin typeface="Proxima Nova Rg"/>
              </a:rPr>
              <a:t>Content goes here</a:t>
            </a:r>
          </a:p>
        </p:txBody>
      </p:sp>
      <p:sp>
        <p:nvSpPr>
          <p:cNvPr id="9" name="Text Placeholder 10">
            <a:extLst>
              <a:ext uri="{FF2B5EF4-FFF2-40B4-BE49-F238E27FC236}">
                <a16:creationId xmlns:a16="http://schemas.microsoft.com/office/drawing/2014/main" id="{FC30FE61-D068-DA56-9FB6-97F684B286CC}"/>
              </a:ext>
            </a:extLst>
          </p:cNvPr>
          <p:cNvSpPr>
            <a:spLocks noGrp="1"/>
          </p:cNvSpPr>
          <p:nvPr>
            <p:ph type="body" sz="quarter" idx="13" hasCustomPrompt="1"/>
          </p:nvPr>
        </p:nvSpPr>
        <p:spPr>
          <a:xfrm>
            <a:off x="584200" y="1100133"/>
            <a:ext cx="6598656"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10" name="Picture Placeholder 19">
            <a:extLst>
              <a:ext uri="{FF2B5EF4-FFF2-40B4-BE49-F238E27FC236}">
                <a16:creationId xmlns:a16="http://schemas.microsoft.com/office/drawing/2014/main" id="{E54C158C-EC3F-E8C5-D15F-5F2F7BEEE772}"/>
              </a:ext>
            </a:extLst>
          </p:cNvPr>
          <p:cNvSpPr>
            <a:spLocks noGrp="1"/>
          </p:cNvSpPr>
          <p:nvPr>
            <p:ph type="pic" sz="quarter" idx="16"/>
          </p:nvPr>
        </p:nvSpPr>
        <p:spPr>
          <a:xfrm>
            <a:off x="7670433" y="700166"/>
            <a:ext cx="3990184" cy="2565584"/>
          </a:xfrm>
          <a:prstGeom prst="rect">
            <a:avLst/>
          </a:prstGeom>
          <a:noFill/>
        </p:spPr>
        <p:txBody>
          <a:bodyPr/>
          <a:lstStyle>
            <a:lvl1pPr>
              <a:defRPr>
                <a:noFill/>
              </a:defRPr>
            </a:lvl1pPr>
          </a:lstStyle>
          <a:p>
            <a:endParaRPr lang="en-US"/>
          </a:p>
        </p:txBody>
      </p:sp>
      <p:sp>
        <p:nvSpPr>
          <p:cNvPr id="11" name="Picture Placeholder 21">
            <a:extLst>
              <a:ext uri="{FF2B5EF4-FFF2-40B4-BE49-F238E27FC236}">
                <a16:creationId xmlns:a16="http://schemas.microsoft.com/office/drawing/2014/main" id="{AD685AA1-49CD-2C19-E78A-DBAB103671B5}"/>
              </a:ext>
            </a:extLst>
          </p:cNvPr>
          <p:cNvSpPr>
            <a:spLocks noGrp="1"/>
          </p:cNvSpPr>
          <p:nvPr>
            <p:ph type="pic" sz="quarter" idx="17"/>
          </p:nvPr>
        </p:nvSpPr>
        <p:spPr>
          <a:xfrm>
            <a:off x="7670433" y="3471862"/>
            <a:ext cx="3990184" cy="2597045"/>
          </a:xfrm>
          <a:prstGeom prst="rect">
            <a:avLst/>
          </a:prstGeom>
        </p:spPr>
        <p:txBody>
          <a:bodyPr/>
          <a:lstStyle>
            <a:lvl1pPr>
              <a:defRPr>
                <a:noFill/>
              </a:defRPr>
            </a:lvl1pPr>
          </a:lstStyle>
          <a:p>
            <a:endParaRPr lang="en-US"/>
          </a:p>
        </p:txBody>
      </p:sp>
      <p:pic>
        <p:nvPicPr>
          <p:cNvPr id="12" name="Picture 11" descr="A black background with yellow lines&#10;&#10;AI-generated content may be incorrect.">
            <a:extLst>
              <a:ext uri="{FF2B5EF4-FFF2-40B4-BE49-F238E27FC236}">
                <a16:creationId xmlns:a16="http://schemas.microsoft.com/office/drawing/2014/main" id="{61D70504-8D84-D733-C51D-A28D9FA8BF6A}"/>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42751482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6AF8-C692-0B76-9B01-5FEA838F5C14}"/>
              </a:ext>
            </a:extLst>
          </p:cNvPr>
          <p:cNvSpPr>
            <a:spLocks noGrp="1"/>
          </p:cNvSpPr>
          <p:nvPr>
            <p:ph type="title" hasCustomPrompt="1"/>
          </p:nvPr>
        </p:nvSpPr>
        <p:spPr/>
        <p:txBody>
          <a:bodyPr>
            <a:noAutofit/>
          </a:bodyPr>
          <a:lstStyle/>
          <a:p>
            <a:r>
              <a:rPr lang="en-US"/>
              <a:t>TITLE HERE</a:t>
            </a:r>
          </a:p>
        </p:txBody>
      </p:sp>
      <p:sp>
        <p:nvSpPr>
          <p:cNvPr id="3" name="Content Placeholder 2">
            <a:extLst>
              <a:ext uri="{FF2B5EF4-FFF2-40B4-BE49-F238E27FC236}">
                <a16:creationId xmlns:a16="http://schemas.microsoft.com/office/drawing/2014/main" id="{5E9D2459-1123-81B4-57D3-C627841B169F}"/>
              </a:ext>
            </a:extLst>
          </p:cNvPr>
          <p:cNvSpPr>
            <a:spLocks noGrp="1"/>
          </p:cNvSpPr>
          <p:nvPr>
            <p:ph sz="half" idx="1" hasCustomPrompt="1"/>
          </p:nvPr>
        </p:nvSpPr>
        <p:spPr>
          <a:xfrm>
            <a:off x="584200" y="1761457"/>
            <a:ext cx="5181600" cy="3932242"/>
          </a:xfrm>
          <a:prstGeom prst="rect">
            <a:avLst/>
          </a:prstGeom>
        </p:spPr>
        <p:txBody>
          <a:bodyPr>
            <a:noAutofit/>
          </a:bodyPr>
          <a:lstStyle/>
          <a:p>
            <a:r>
              <a:rPr lang="en-US">
                <a:effectLst/>
                <a:latin typeface="Proxima Nova Rg"/>
              </a:rPr>
              <a:t>Content goes here</a:t>
            </a:r>
          </a:p>
        </p:txBody>
      </p:sp>
      <p:sp>
        <p:nvSpPr>
          <p:cNvPr id="4" name="Content Placeholder 3">
            <a:extLst>
              <a:ext uri="{FF2B5EF4-FFF2-40B4-BE49-F238E27FC236}">
                <a16:creationId xmlns:a16="http://schemas.microsoft.com/office/drawing/2014/main" id="{F87F6FDE-F803-3173-B857-D904AD7AD137}"/>
              </a:ext>
            </a:extLst>
          </p:cNvPr>
          <p:cNvSpPr>
            <a:spLocks noGrp="1"/>
          </p:cNvSpPr>
          <p:nvPr>
            <p:ph sz="half" idx="2"/>
          </p:nvPr>
        </p:nvSpPr>
        <p:spPr>
          <a:xfrm>
            <a:off x="6458918" y="1761457"/>
            <a:ext cx="5051763" cy="4358061"/>
          </a:xfrm>
          <a:prstGeom prst="rect">
            <a:avLst/>
          </a:prstGeom>
          <a:noFill/>
        </p:spPr>
        <p:txBody>
          <a:bodyPr/>
          <a:lstStyle>
            <a:lvl1pPr>
              <a:defRPr>
                <a:noFill/>
              </a:defRPr>
            </a:lvl1pPr>
          </a:lstStyle>
          <a:p>
            <a:pPr lvl="0"/>
            <a:endParaRPr lang="en-US"/>
          </a:p>
        </p:txBody>
      </p:sp>
      <p:sp>
        <p:nvSpPr>
          <p:cNvPr id="8" name="Text Placeholder 10">
            <a:extLst>
              <a:ext uri="{FF2B5EF4-FFF2-40B4-BE49-F238E27FC236}">
                <a16:creationId xmlns:a16="http://schemas.microsoft.com/office/drawing/2014/main" id="{251DC9A0-90B1-9664-99EE-6E0F008CAAB5}"/>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accent1"/>
                </a:solidFill>
              </a:defRPr>
            </a:lvl1pPr>
          </a:lstStyle>
          <a:p>
            <a:pPr lvl="0"/>
            <a:r>
              <a:rPr lang="en-US"/>
              <a:t>Subhead Text</a:t>
            </a:r>
          </a:p>
        </p:txBody>
      </p:sp>
      <p:pic>
        <p:nvPicPr>
          <p:cNvPr id="11" name="Picture 10" descr="A graph paper with a black background&#10;&#10;AI-generated content may be incorrect.">
            <a:extLst>
              <a:ext uri="{FF2B5EF4-FFF2-40B4-BE49-F238E27FC236}">
                <a16:creationId xmlns:a16="http://schemas.microsoft.com/office/drawing/2014/main" id="{9D660AFF-66F9-B10E-23C7-81657A8F04DE}"/>
              </a:ext>
            </a:extLst>
          </p:cNvPr>
          <p:cNvPicPr/>
          <p:nvPr userDrawn="1"/>
        </p:nvPicPr>
        <p:blipFill>
          <a:blip r:embed="rId2"/>
          <a:srcRect t="53308" r="30265"/>
          <a:stretch/>
        </p:blipFill>
        <p:spPr>
          <a:xfrm>
            <a:off x="4639655" y="0"/>
            <a:ext cx="7569241" cy="5671569"/>
          </a:xfrm>
          <a:prstGeom prst="rect">
            <a:avLst/>
          </a:prstGeom>
        </p:spPr>
      </p:pic>
      <p:pic>
        <p:nvPicPr>
          <p:cNvPr id="13" name="Picture 12" descr="A black background with yellow lines&#10;&#10;AI-generated content may be incorrect.">
            <a:extLst>
              <a:ext uri="{FF2B5EF4-FFF2-40B4-BE49-F238E27FC236}">
                <a16:creationId xmlns:a16="http://schemas.microsoft.com/office/drawing/2014/main" id="{467AEDF9-4E89-7A65-DC32-57E833809449}"/>
              </a:ext>
            </a:extLst>
          </p:cNvPr>
          <p:cNvPicPr>
            <a:picLocks noChangeAspect="1"/>
          </p:cNvPicPr>
          <p:nvPr userDrawn="1"/>
        </p:nvPicPr>
        <p:blipFill>
          <a:blip r:embed="rId3"/>
          <a:srcRect r="52820"/>
          <a:stretch/>
        </p:blipFill>
        <p:spPr>
          <a:xfrm>
            <a:off x="163171" y="6090841"/>
            <a:ext cx="1860701" cy="637884"/>
          </a:xfrm>
          <a:prstGeom prst="rect">
            <a:avLst/>
          </a:prstGeom>
        </p:spPr>
      </p:pic>
    </p:spTree>
    <p:extLst>
      <p:ext uri="{BB962C8B-B14F-4D97-AF65-F5344CB8AC3E}">
        <p14:creationId xmlns:p14="http://schemas.microsoft.com/office/powerpoint/2010/main" val="9968708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6AF8-C692-0B76-9B01-5FEA838F5C14}"/>
              </a:ext>
            </a:extLst>
          </p:cNvPr>
          <p:cNvSpPr>
            <a:spLocks noGrp="1"/>
          </p:cNvSpPr>
          <p:nvPr>
            <p:ph type="title" hasCustomPrompt="1"/>
          </p:nvPr>
        </p:nvSpPr>
        <p:spPr/>
        <p:txBody>
          <a:bodyPr>
            <a:noAutofit/>
          </a:bodyPr>
          <a:lstStyle/>
          <a:p>
            <a:r>
              <a:rPr lang="en-US"/>
              <a:t>TITLE HERE</a:t>
            </a:r>
          </a:p>
        </p:txBody>
      </p:sp>
      <p:sp>
        <p:nvSpPr>
          <p:cNvPr id="3" name="Content Placeholder 2">
            <a:extLst>
              <a:ext uri="{FF2B5EF4-FFF2-40B4-BE49-F238E27FC236}">
                <a16:creationId xmlns:a16="http://schemas.microsoft.com/office/drawing/2014/main" id="{5E9D2459-1123-81B4-57D3-C627841B169F}"/>
              </a:ext>
            </a:extLst>
          </p:cNvPr>
          <p:cNvSpPr>
            <a:spLocks noGrp="1"/>
          </p:cNvSpPr>
          <p:nvPr>
            <p:ph sz="half" idx="1" hasCustomPrompt="1"/>
          </p:nvPr>
        </p:nvSpPr>
        <p:spPr>
          <a:xfrm>
            <a:off x="584200" y="1761457"/>
            <a:ext cx="5181600" cy="3932242"/>
          </a:xfrm>
          <a:prstGeom prst="rect">
            <a:avLst/>
          </a:prstGeom>
        </p:spPr>
        <p:txBody>
          <a:bodyPr>
            <a:noAutofit/>
          </a:bodyPr>
          <a:lstStyle>
            <a:lvl1pPr>
              <a:defRPr baseline="0">
                <a:latin typeface="Arial" panose="020B0604020202020204" pitchFamily="34" charset="0"/>
              </a:defRPr>
            </a:lvl1pPr>
          </a:lstStyle>
          <a:p>
            <a:r>
              <a:rPr lang="en-US">
                <a:effectLst/>
                <a:latin typeface="Proxima Nova Rg"/>
              </a:rPr>
              <a:t>Content goes here</a:t>
            </a:r>
          </a:p>
        </p:txBody>
      </p:sp>
      <p:sp>
        <p:nvSpPr>
          <p:cNvPr id="4" name="Content Placeholder 3">
            <a:extLst>
              <a:ext uri="{FF2B5EF4-FFF2-40B4-BE49-F238E27FC236}">
                <a16:creationId xmlns:a16="http://schemas.microsoft.com/office/drawing/2014/main" id="{F87F6FDE-F803-3173-B857-D904AD7AD137}"/>
              </a:ext>
            </a:extLst>
          </p:cNvPr>
          <p:cNvSpPr>
            <a:spLocks noGrp="1"/>
          </p:cNvSpPr>
          <p:nvPr>
            <p:ph sz="half" idx="2"/>
          </p:nvPr>
        </p:nvSpPr>
        <p:spPr>
          <a:xfrm>
            <a:off x="6458918" y="1761457"/>
            <a:ext cx="5051763" cy="4358061"/>
          </a:xfrm>
          <a:prstGeom prst="rect">
            <a:avLst/>
          </a:prstGeom>
          <a:noFill/>
        </p:spPr>
        <p:txBody>
          <a:bodyPr/>
          <a:lstStyle>
            <a:lvl1pPr>
              <a:defRPr>
                <a:noFill/>
              </a:defRPr>
            </a:lvl1pPr>
          </a:lstStyle>
          <a:p>
            <a:pPr lvl="0"/>
            <a:endParaRPr lang="en-US"/>
          </a:p>
        </p:txBody>
      </p:sp>
      <p:sp>
        <p:nvSpPr>
          <p:cNvPr id="8" name="Text Placeholder 10">
            <a:extLst>
              <a:ext uri="{FF2B5EF4-FFF2-40B4-BE49-F238E27FC236}">
                <a16:creationId xmlns:a16="http://schemas.microsoft.com/office/drawing/2014/main" id="{251DC9A0-90B1-9664-99EE-6E0F008CAAB5}"/>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accent1"/>
                </a:solidFill>
              </a:defRPr>
            </a:lvl1pPr>
          </a:lstStyle>
          <a:p>
            <a:pPr lvl="0"/>
            <a:r>
              <a:rPr lang="en-US"/>
              <a:t>Subhead Text</a:t>
            </a:r>
          </a:p>
        </p:txBody>
      </p:sp>
      <p:pic>
        <p:nvPicPr>
          <p:cNvPr id="6" name="Picture 5" descr="A graph paper with a black background&#10;&#10;AI-generated content may be incorrect.">
            <a:extLst>
              <a:ext uri="{FF2B5EF4-FFF2-40B4-BE49-F238E27FC236}">
                <a16:creationId xmlns:a16="http://schemas.microsoft.com/office/drawing/2014/main" id="{FBC46253-0D3B-2C96-3D53-0017E0707E6C}"/>
              </a:ext>
            </a:extLst>
          </p:cNvPr>
          <p:cNvPicPr/>
          <p:nvPr userDrawn="1"/>
        </p:nvPicPr>
        <p:blipFill>
          <a:blip r:embed="rId2"/>
          <a:srcRect t="53308" r="30265"/>
          <a:stretch/>
        </p:blipFill>
        <p:spPr>
          <a:xfrm>
            <a:off x="4639655" y="0"/>
            <a:ext cx="7569241" cy="5671569"/>
          </a:xfrm>
          <a:prstGeom prst="rect">
            <a:avLst/>
          </a:prstGeom>
        </p:spPr>
      </p:pic>
      <p:pic>
        <p:nvPicPr>
          <p:cNvPr id="13" name="Picture 12" descr="A black background with yellow lines&#10;&#10;AI-generated content may be incorrect.">
            <a:extLst>
              <a:ext uri="{FF2B5EF4-FFF2-40B4-BE49-F238E27FC236}">
                <a16:creationId xmlns:a16="http://schemas.microsoft.com/office/drawing/2014/main" id="{7F30EBE8-97C0-469B-D1F5-E2E518A6DD9D}"/>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21371557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pic>
        <p:nvPicPr>
          <p:cNvPr id="3" name="Picture 2" descr="A graph paper with a black background&#10;&#10;AI-generated content may be incorrect.">
            <a:extLst>
              <a:ext uri="{FF2B5EF4-FFF2-40B4-BE49-F238E27FC236}">
                <a16:creationId xmlns:a16="http://schemas.microsoft.com/office/drawing/2014/main" id="{4EA071DF-6FDB-B18C-7CD6-C61E394D5EE3}"/>
              </a:ext>
            </a:extLst>
          </p:cNvPr>
          <p:cNvPicPr/>
          <p:nvPr userDrawn="1"/>
        </p:nvPicPr>
        <p:blipFill>
          <a:blip r:embed="rId2"/>
          <a:srcRect t="53308" r="30265"/>
          <a:stretch/>
        </p:blipFill>
        <p:spPr>
          <a:xfrm>
            <a:off x="4639655" y="0"/>
            <a:ext cx="7569241" cy="5671569"/>
          </a:xfrm>
          <a:prstGeom prst="rect">
            <a:avLst/>
          </a:prstGeom>
        </p:spPr>
      </p:pic>
      <p:sp>
        <p:nvSpPr>
          <p:cNvPr id="9" name="Title 1">
            <a:extLst>
              <a:ext uri="{FF2B5EF4-FFF2-40B4-BE49-F238E27FC236}">
                <a16:creationId xmlns:a16="http://schemas.microsoft.com/office/drawing/2014/main" id="{789C5C44-CDA4-045D-96C1-C5BDD1DC438F}"/>
              </a:ext>
            </a:extLst>
          </p:cNvPr>
          <p:cNvSpPr>
            <a:spLocks noGrp="1"/>
          </p:cNvSpPr>
          <p:nvPr>
            <p:ph type="title" hasCustomPrompt="1"/>
          </p:nvPr>
        </p:nvSpPr>
        <p:spPr>
          <a:xfrm>
            <a:off x="584202" y="647527"/>
            <a:ext cx="4870605" cy="464608"/>
          </a:xfrm>
        </p:spPr>
        <p:txBody>
          <a:bodyPr>
            <a:noAutofit/>
          </a:bodyPr>
          <a:lstStyle/>
          <a:p>
            <a:r>
              <a:rPr lang="en-US"/>
              <a:t>TITLE HERE</a:t>
            </a:r>
          </a:p>
        </p:txBody>
      </p:sp>
      <p:sp>
        <p:nvSpPr>
          <p:cNvPr id="10" name="Content Placeholder 2">
            <a:extLst>
              <a:ext uri="{FF2B5EF4-FFF2-40B4-BE49-F238E27FC236}">
                <a16:creationId xmlns:a16="http://schemas.microsoft.com/office/drawing/2014/main" id="{451496B5-80E9-0097-4448-A2EBF1242FC8}"/>
              </a:ext>
            </a:extLst>
          </p:cNvPr>
          <p:cNvSpPr>
            <a:spLocks noGrp="1"/>
          </p:cNvSpPr>
          <p:nvPr>
            <p:ph sz="half" idx="1" hasCustomPrompt="1"/>
          </p:nvPr>
        </p:nvSpPr>
        <p:spPr>
          <a:xfrm>
            <a:off x="584201" y="1761457"/>
            <a:ext cx="4870604" cy="3932242"/>
          </a:xfrm>
          <a:prstGeom prst="rect">
            <a:avLst/>
          </a:prstGeom>
        </p:spPr>
        <p:txBody>
          <a:bodyPr>
            <a:noAutofit/>
          </a:bodyPr>
          <a:lstStyle/>
          <a:p>
            <a:r>
              <a:rPr lang="en-US">
                <a:effectLst/>
                <a:latin typeface="Proxima Nova Rg"/>
              </a:rPr>
              <a:t>Content goes here</a:t>
            </a:r>
          </a:p>
        </p:txBody>
      </p:sp>
      <p:sp>
        <p:nvSpPr>
          <p:cNvPr id="11" name="Text Placeholder 10">
            <a:extLst>
              <a:ext uri="{FF2B5EF4-FFF2-40B4-BE49-F238E27FC236}">
                <a16:creationId xmlns:a16="http://schemas.microsoft.com/office/drawing/2014/main" id="{00B74066-DCD9-7698-3801-EE0EDA11A7F3}"/>
              </a:ext>
            </a:extLst>
          </p:cNvPr>
          <p:cNvSpPr>
            <a:spLocks noGrp="1"/>
          </p:cNvSpPr>
          <p:nvPr>
            <p:ph type="body" sz="quarter" idx="13" hasCustomPrompt="1"/>
          </p:nvPr>
        </p:nvSpPr>
        <p:spPr>
          <a:xfrm>
            <a:off x="584201" y="1100133"/>
            <a:ext cx="4870604" cy="511175"/>
          </a:xfrm>
          <a:prstGeom prst="rect">
            <a:avLst/>
          </a:prstGeom>
        </p:spPr>
        <p:txBody>
          <a:bodyPr>
            <a:noAutofit/>
          </a:bodyPr>
          <a:lstStyle>
            <a:lvl1pPr>
              <a:defRPr sz="2000" b="1"/>
            </a:lvl1pPr>
          </a:lstStyle>
          <a:p>
            <a:pPr lvl="0"/>
            <a:r>
              <a:rPr lang="en-US"/>
              <a:t>Subhead Text</a:t>
            </a:r>
          </a:p>
        </p:txBody>
      </p:sp>
      <p:pic>
        <p:nvPicPr>
          <p:cNvPr id="4" name="Picture 3" descr="A black background with yellow lines&#10;&#10;AI-generated content may be incorrect.">
            <a:extLst>
              <a:ext uri="{FF2B5EF4-FFF2-40B4-BE49-F238E27FC236}">
                <a16:creationId xmlns:a16="http://schemas.microsoft.com/office/drawing/2014/main" id="{45DB373E-CA00-4E0C-3212-65182C3AB464}"/>
              </a:ext>
            </a:extLst>
          </p:cNvPr>
          <p:cNvPicPr>
            <a:picLocks noChangeAspect="1"/>
          </p:cNvPicPr>
          <p:nvPr userDrawn="1"/>
        </p:nvPicPr>
        <p:blipFill>
          <a:blip r:embed="rId3"/>
          <a:srcRect r="52497"/>
          <a:stretch/>
        </p:blipFill>
        <p:spPr>
          <a:xfrm>
            <a:off x="163171" y="6090841"/>
            <a:ext cx="1873447" cy="637884"/>
          </a:xfrm>
          <a:prstGeom prst="rect">
            <a:avLst/>
          </a:prstGeom>
        </p:spPr>
      </p:pic>
      <p:sp>
        <p:nvSpPr>
          <p:cNvPr id="5" name="Text Placeholder 12">
            <a:extLst>
              <a:ext uri="{FF2B5EF4-FFF2-40B4-BE49-F238E27FC236}">
                <a16:creationId xmlns:a16="http://schemas.microsoft.com/office/drawing/2014/main" id="{3AED6224-5EDC-3D4C-CE07-AB803AC42F9A}"/>
              </a:ext>
            </a:extLst>
          </p:cNvPr>
          <p:cNvSpPr>
            <a:spLocks noGrp="1"/>
          </p:cNvSpPr>
          <p:nvPr>
            <p:ph type="body" sz="quarter" idx="14" hasCustomPrompt="1"/>
          </p:nvPr>
        </p:nvSpPr>
        <p:spPr>
          <a:xfrm>
            <a:off x="6656679" y="1743075"/>
            <a:ext cx="4865687" cy="257175"/>
          </a:xfrm>
          <a:prstGeom prst="rect">
            <a:avLst/>
          </a:prstGeom>
        </p:spPr>
        <p:txBody>
          <a:bodyPr/>
          <a:lstStyle>
            <a:lvl1pPr>
              <a:defRPr b="1">
                <a:solidFill>
                  <a:schemeClr val="tx2"/>
                </a:solidFill>
              </a:defRPr>
            </a:lvl1pPr>
          </a:lstStyle>
          <a:p>
            <a:pPr lvl="0"/>
            <a:r>
              <a:rPr lang="en-US"/>
              <a:t>CALLOUT OPTION 1</a:t>
            </a:r>
          </a:p>
        </p:txBody>
      </p:sp>
      <p:sp>
        <p:nvSpPr>
          <p:cNvPr id="7" name="Content Placeholder 2">
            <a:extLst>
              <a:ext uri="{FF2B5EF4-FFF2-40B4-BE49-F238E27FC236}">
                <a16:creationId xmlns:a16="http://schemas.microsoft.com/office/drawing/2014/main" id="{AA82D6A2-650C-9CB5-34CC-97A6EF03E872}"/>
              </a:ext>
            </a:extLst>
          </p:cNvPr>
          <p:cNvSpPr>
            <a:spLocks noGrp="1"/>
          </p:cNvSpPr>
          <p:nvPr>
            <p:ph sz="half" idx="15" hasCustomPrompt="1"/>
          </p:nvPr>
        </p:nvSpPr>
        <p:spPr>
          <a:xfrm>
            <a:off x="6654220" y="2000250"/>
            <a:ext cx="4870604" cy="495815"/>
          </a:xfrm>
          <a:prstGeom prst="rect">
            <a:avLst/>
          </a:prstGeom>
        </p:spPr>
        <p:txBody>
          <a:bodyPr>
            <a:noAutofit/>
          </a:bodyPr>
          <a:lstStyle>
            <a:lvl1pPr>
              <a:defRPr sz="1200"/>
            </a:lvl1pPr>
          </a:lstStyle>
          <a:p>
            <a:r>
              <a:rPr lang="en-US">
                <a:effectLst/>
                <a:latin typeface="Proxima Nova Rg"/>
              </a:rPr>
              <a:t>Content goes here</a:t>
            </a:r>
          </a:p>
        </p:txBody>
      </p:sp>
      <p:sp>
        <p:nvSpPr>
          <p:cNvPr id="12" name="Content Placeholder 2">
            <a:extLst>
              <a:ext uri="{FF2B5EF4-FFF2-40B4-BE49-F238E27FC236}">
                <a16:creationId xmlns:a16="http://schemas.microsoft.com/office/drawing/2014/main" id="{361681B5-79A1-1C01-BF54-FC1E3B83F751}"/>
              </a:ext>
            </a:extLst>
          </p:cNvPr>
          <p:cNvSpPr>
            <a:spLocks noGrp="1"/>
          </p:cNvSpPr>
          <p:nvPr>
            <p:ph sz="half" idx="16" hasCustomPrompt="1"/>
          </p:nvPr>
        </p:nvSpPr>
        <p:spPr>
          <a:xfrm>
            <a:off x="6654220" y="2692229"/>
            <a:ext cx="4870604" cy="2670603"/>
          </a:xfrm>
          <a:prstGeom prst="rect">
            <a:avLst/>
          </a:prstGeom>
        </p:spPr>
        <p:txBody>
          <a:bodyPr>
            <a:noAutofit/>
          </a:bodyPr>
          <a:lstStyle>
            <a:lvl1pPr>
              <a:defRPr sz="1200"/>
            </a:lvl1pPr>
          </a:lstStyle>
          <a:p>
            <a:r>
              <a:rPr lang="en-US">
                <a:effectLst/>
                <a:latin typeface="Proxima Nova Rg"/>
              </a:rPr>
              <a:t>Chart</a:t>
            </a:r>
          </a:p>
        </p:txBody>
      </p:sp>
    </p:spTree>
    <p:extLst>
      <p:ext uri="{BB962C8B-B14F-4D97-AF65-F5344CB8AC3E}">
        <p14:creationId xmlns:p14="http://schemas.microsoft.com/office/powerpoint/2010/main" val="3431226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descr="A graph paper with a black background&#10;&#10;AI-generated content may be incorrect.">
            <a:extLst>
              <a:ext uri="{FF2B5EF4-FFF2-40B4-BE49-F238E27FC236}">
                <a16:creationId xmlns:a16="http://schemas.microsoft.com/office/drawing/2014/main" id="{D2A1DE11-B37D-1C2D-8B0D-87AB3AD516F8}"/>
              </a:ext>
            </a:extLst>
          </p:cNvPr>
          <p:cNvPicPr/>
          <p:nvPr userDrawn="1"/>
        </p:nvPicPr>
        <p:blipFill>
          <a:blip r:embed="rId2"/>
          <a:srcRect t="53308" r="30265"/>
          <a:stretch/>
        </p:blipFill>
        <p:spPr>
          <a:xfrm>
            <a:off x="687784" y="0"/>
            <a:ext cx="7569241" cy="5671569"/>
          </a:xfrm>
          <a:prstGeom prst="rect">
            <a:avLst/>
          </a:prstGeom>
        </p:spPr>
      </p:pic>
      <p:sp>
        <p:nvSpPr>
          <p:cNvPr id="5" name="Title 1">
            <a:extLst>
              <a:ext uri="{FF2B5EF4-FFF2-40B4-BE49-F238E27FC236}">
                <a16:creationId xmlns:a16="http://schemas.microsoft.com/office/drawing/2014/main" id="{B7D0EC3F-44A6-B262-4852-550C9F42CCFB}"/>
              </a:ext>
            </a:extLst>
          </p:cNvPr>
          <p:cNvSpPr>
            <a:spLocks noGrp="1"/>
          </p:cNvSpPr>
          <p:nvPr>
            <p:ph type="ctrTitle" hasCustomPrompt="1"/>
          </p:nvPr>
        </p:nvSpPr>
        <p:spPr>
          <a:xfrm>
            <a:off x="939222" y="1947150"/>
            <a:ext cx="5916323" cy="1941747"/>
          </a:xfrm>
        </p:spPr>
        <p:txBody>
          <a:bodyPr anchor="b">
            <a:noAutofit/>
          </a:bodyPr>
          <a:lstStyle>
            <a:lvl1pPr algn="l">
              <a:defRPr sz="5000">
                <a:solidFill>
                  <a:schemeClr val="accent2"/>
                </a:solidFill>
              </a:defRPr>
            </a:lvl1pPr>
          </a:lstStyle>
          <a:p>
            <a:r>
              <a:rPr lang="en-US"/>
              <a:t>THANK YOU</a:t>
            </a:r>
          </a:p>
        </p:txBody>
      </p:sp>
      <p:sp>
        <p:nvSpPr>
          <p:cNvPr id="6" name="Rectangle 5">
            <a:extLst>
              <a:ext uri="{FF2B5EF4-FFF2-40B4-BE49-F238E27FC236}">
                <a16:creationId xmlns:a16="http://schemas.microsoft.com/office/drawing/2014/main" id="{AE3252C2-E118-F390-53A0-FFD19029B963}"/>
              </a:ext>
            </a:extLst>
          </p:cNvPr>
          <p:cNvSpPr/>
          <p:nvPr userDrawn="1"/>
        </p:nvSpPr>
        <p:spPr>
          <a:xfrm>
            <a:off x="0" y="1"/>
            <a:ext cx="67728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1C83610-F9D9-3990-5A58-F69452CF84F9}"/>
              </a:ext>
            </a:extLst>
          </p:cNvPr>
          <p:cNvCxnSpPr>
            <a:cxnSpLocks/>
          </p:cNvCxnSpPr>
          <p:nvPr userDrawn="1"/>
        </p:nvCxnSpPr>
        <p:spPr>
          <a:xfrm>
            <a:off x="677286" y="0"/>
            <a:ext cx="10498" cy="6857999"/>
          </a:xfrm>
          <a:prstGeom prst="line">
            <a:avLst/>
          </a:prstGeom>
        </p:spPr>
        <p:style>
          <a:lnRef idx="2">
            <a:schemeClr val="accent3"/>
          </a:lnRef>
          <a:fillRef idx="0">
            <a:schemeClr val="accent3"/>
          </a:fillRef>
          <a:effectRef idx="1">
            <a:schemeClr val="accent3"/>
          </a:effectRef>
          <a:fontRef idx="minor">
            <a:schemeClr val="tx1"/>
          </a:fontRef>
        </p:style>
      </p:cxnSp>
      <p:sp>
        <p:nvSpPr>
          <p:cNvPr id="11" name="Rectangle 10">
            <a:extLst>
              <a:ext uri="{FF2B5EF4-FFF2-40B4-BE49-F238E27FC236}">
                <a16:creationId xmlns:a16="http://schemas.microsoft.com/office/drawing/2014/main" id="{8BA777AE-A1B3-D24F-5733-299997EF937C}"/>
              </a:ext>
            </a:extLst>
          </p:cNvPr>
          <p:cNvSpPr/>
          <p:nvPr userDrawn="1"/>
        </p:nvSpPr>
        <p:spPr>
          <a:xfrm rot="10800000">
            <a:off x="677287" y="3898570"/>
            <a:ext cx="3996312" cy="22129"/>
          </a:xfrm>
          <a:prstGeom prst="rect">
            <a:avLst/>
          </a:prstGeom>
          <a:gradFill flip="none" rotWithShape="1">
            <a:gsLst>
              <a:gs pos="0">
                <a:schemeClr val="tx2">
                  <a:alpha val="0"/>
                </a:schemeClr>
              </a:gs>
              <a:gs pos="53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background with yellow lines&#10;&#10;AI-generated content may be incorrect.">
            <a:extLst>
              <a:ext uri="{FF2B5EF4-FFF2-40B4-BE49-F238E27FC236}">
                <a16:creationId xmlns:a16="http://schemas.microsoft.com/office/drawing/2014/main" id="{72EDDE63-BCAF-6091-B381-4B7FCC14C23B}"/>
              </a:ext>
            </a:extLst>
          </p:cNvPr>
          <p:cNvPicPr>
            <a:picLocks noChangeAspect="1"/>
          </p:cNvPicPr>
          <p:nvPr userDrawn="1"/>
        </p:nvPicPr>
        <p:blipFill>
          <a:blip r:embed="rId3"/>
          <a:srcRect r="52899"/>
          <a:stretch/>
        </p:blipFill>
        <p:spPr>
          <a:xfrm>
            <a:off x="871374" y="953489"/>
            <a:ext cx="1819765" cy="637884"/>
          </a:xfrm>
          <a:prstGeom prst="rect">
            <a:avLst/>
          </a:prstGeom>
        </p:spPr>
      </p:pic>
      <p:sp>
        <p:nvSpPr>
          <p:cNvPr id="14" name="Footer Placeholder 4">
            <a:extLst>
              <a:ext uri="{FF2B5EF4-FFF2-40B4-BE49-F238E27FC236}">
                <a16:creationId xmlns:a16="http://schemas.microsoft.com/office/drawing/2014/main" id="{3A3C622F-7DD2-E00E-0401-8039DA02D734}"/>
              </a:ext>
            </a:extLst>
          </p:cNvPr>
          <p:cNvSpPr txBox="1">
            <a:spLocks/>
          </p:cNvSpPr>
          <p:nvPr userDrawn="1"/>
        </p:nvSpPr>
        <p:spPr>
          <a:xfrm>
            <a:off x="-4165" y="6330312"/>
            <a:ext cx="2931036" cy="365125"/>
          </a:xfrm>
          <a:prstGeom prst="rect">
            <a:avLst/>
          </a:prstGeom>
        </p:spPr>
        <p:txBody>
          <a:bodyPr vert="horz" lIns="91440" tIns="45720" rIns="91440" bIns="45720" rtlCol="0" anchor="ctr"/>
          <a:lstStyle>
            <a:defPPr>
              <a:defRPr lang="en-US"/>
            </a:defPPr>
            <a:lvl1pPr marL="0" algn="ctr" defTabSz="914400" rtl="0" eaLnBrk="1" latinLnBrk="0" hangingPunct="1">
              <a:defRPr sz="700" kern="1200">
                <a:ln>
                  <a:noFill/>
                </a:ln>
                <a:solidFill>
                  <a:schemeClr val="bg2">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atin typeface="Helvetica" pitchFamily="2" charset="0"/>
              </a:rPr>
              <a:t>©2025 DEPCOM Power. All Rights Reserved.</a:t>
            </a:r>
          </a:p>
        </p:txBody>
      </p:sp>
    </p:spTree>
    <p:extLst>
      <p:ext uri="{BB962C8B-B14F-4D97-AF65-F5344CB8AC3E}">
        <p14:creationId xmlns:p14="http://schemas.microsoft.com/office/powerpoint/2010/main" val="40749589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9" name="Picture 18" descr="A graph paper with a black background&#10;&#10;AI-generated content may be incorrect.">
            <a:extLst>
              <a:ext uri="{FF2B5EF4-FFF2-40B4-BE49-F238E27FC236}">
                <a16:creationId xmlns:a16="http://schemas.microsoft.com/office/drawing/2014/main" id="{7CC8A40B-C12E-5B00-0D9C-32BD81F4DC9E}"/>
              </a:ext>
            </a:extLst>
          </p:cNvPr>
          <p:cNvPicPr/>
          <p:nvPr userDrawn="1"/>
        </p:nvPicPr>
        <p:blipFill>
          <a:blip r:embed="rId2"/>
          <a:srcRect t="53308" r="30265"/>
          <a:stretch/>
        </p:blipFill>
        <p:spPr>
          <a:xfrm>
            <a:off x="687784" y="0"/>
            <a:ext cx="7569241" cy="5671569"/>
          </a:xfrm>
          <a:prstGeom prst="rect">
            <a:avLst/>
          </a:prstGeom>
        </p:spPr>
      </p:pic>
      <p:sp>
        <p:nvSpPr>
          <p:cNvPr id="21" name="Text Placeholder 13">
            <a:extLst>
              <a:ext uri="{FF2B5EF4-FFF2-40B4-BE49-F238E27FC236}">
                <a16:creationId xmlns:a16="http://schemas.microsoft.com/office/drawing/2014/main" id="{E5C46742-763F-60D9-414A-AC6BADCB24E8}"/>
              </a:ext>
            </a:extLst>
          </p:cNvPr>
          <p:cNvSpPr>
            <a:spLocks noGrp="1"/>
          </p:cNvSpPr>
          <p:nvPr>
            <p:ph type="body" sz="quarter" idx="13" hasCustomPrompt="1"/>
          </p:nvPr>
        </p:nvSpPr>
        <p:spPr>
          <a:xfrm>
            <a:off x="967393" y="5699049"/>
            <a:ext cx="3525838" cy="365125"/>
          </a:xfrm>
          <a:prstGeom prst="rect">
            <a:avLst/>
          </a:prstGeom>
        </p:spPr>
        <p:txBody>
          <a:bodyPr>
            <a:noAutofit/>
          </a:bodyPr>
          <a:lstStyle>
            <a:lvl1pPr marL="0" indent="0">
              <a:buNone/>
              <a:defRPr sz="1900" b="1">
                <a:solidFill>
                  <a:schemeClr val="accent2"/>
                </a:solidFill>
              </a:defRPr>
            </a:lvl1pPr>
          </a:lstStyle>
          <a:p>
            <a:pPr lvl="0"/>
            <a:r>
              <a:rPr lang="en-US"/>
              <a:t>AUTHOR NAME/DATE</a:t>
            </a:r>
          </a:p>
        </p:txBody>
      </p:sp>
      <p:sp>
        <p:nvSpPr>
          <p:cNvPr id="22" name="Subtitle 2">
            <a:extLst>
              <a:ext uri="{FF2B5EF4-FFF2-40B4-BE49-F238E27FC236}">
                <a16:creationId xmlns:a16="http://schemas.microsoft.com/office/drawing/2014/main" id="{DEF24FAC-4DF9-F5F9-3114-22F679853154}"/>
              </a:ext>
            </a:extLst>
          </p:cNvPr>
          <p:cNvSpPr>
            <a:spLocks noGrp="1"/>
          </p:cNvSpPr>
          <p:nvPr>
            <p:ph type="subTitle" idx="1" hasCustomPrompt="1"/>
          </p:nvPr>
        </p:nvSpPr>
        <p:spPr>
          <a:xfrm>
            <a:off x="957665" y="3838098"/>
            <a:ext cx="5367131" cy="1655762"/>
          </a:xfrm>
          <a:prstGeom prst="rect">
            <a:avLst/>
          </a:prstGeom>
        </p:spPr>
        <p:txBody>
          <a:bodyPr>
            <a:noAutofit/>
          </a:bodyPr>
          <a:lstStyle>
            <a:lvl1pPr marL="0" indent="0" algn="l">
              <a:buNone/>
              <a:defRPr sz="28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MASTER SUBTITLE</a:t>
            </a:r>
          </a:p>
        </p:txBody>
      </p:sp>
      <p:sp>
        <p:nvSpPr>
          <p:cNvPr id="23" name="Title 1">
            <a:extLst>
              <a:ext uri="{FF2B5EF4-FFF2-40B4-BE49-F238E27FC236}">
                <a16:creationId xmlns:a16="http://schemas.microsoft.com/office/drawing/2014/main" id="{B6FB65DC-5143-E634-B4F4-2892AECD93B4}"/>
              </a:ext>
            </a:extLst>
          </p:cNvPr>
          <p:cNvSpPr>
            <a:spLocks noGrp="1"/>
          </p:cNvSpPr>
          <p:nvPr>
            <p:ph type="ctrTitle" hasCustomPrompt="1"/>
          </p:nvPr>
        </p:nvSpPr>
        <p:spPr>
          <a:xfrm>
            <a:off x="939222" y="1947150"/>
            <a:ext cx="5916323" cy="1941747"/>
          </a:xfrm>
        </p:spPr>
        <p:txBody>
          <a:bodyPr anchor="b">
            <a:noAutofit/>
          </a:bodyPr>
          <a:lstStyle>
            <a:lvl1pPr algn="l">
              <a:defRPr sz="5000">
                <a:solidFill>
                  <a:schemeClr val="accent2"/>
                </a:solidFill>
              </a:defRPr>
            </a:lvl1pPr>
          </a:lstStyle>
          <a:p>
            <a:r>
              <a:rPr lang="en-US"/>
              <a:t>MASTER TITLE</a:t>
            </a:r>
          </a:p>
        </p:txBody>
      </p:sp>
      <p:sp>
        <p:nvSpPr>
          <p:cNvPr id="24" name="Rectangle 23">
            <a:extLst>
              <a:ext uri="{FF2B5EF4-FFF2-40B4-BE49-F238E27FC236}">
                <a16:creationId xmlns:a16="http://schemas.microsoft.com/office/drawing/2014/main" id="{ED57DAD1-4B1D-3E9D-D63E-3F51A4CF0E5E}"/>
              </a:ext>
            </a:extLst>
          </p:cNvPr>
          <p:cNvSpPr/>
          <p:nvPr userDrawn="1"/>
        </p:nvSpPr>
        <p:spPr>
          <a:xfrm>
            <a:off x="0" y="1"/>
            <a:ext cx="67728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A9FA9FAA-9123-4D8B-0638-B7D10D3284AD}"/>
              </a:ext>
            </a:extLst>
          </p:cNvPr>
          <p:cNvCxnSpPr>
            <a:cxnSpLocks/>
          </p:cNvCxnSpPr>
          <p:nvPr userDrawn="1"/>
        </p:nvCxnSpPr>
        <p:spPr>
          <a:xfrm>
            <a:off x="677286" y="0"/>
            <a:ext cx="10498" cy="6857999"/>
          </a:xfrm>
          <a:prstGeom prst="line">
            <a:avLst/>
          </a:prstGeom>
        </p:spPr>
        <p:style>
          <a:lnRef idx="2">
            <a:schemeClr val="accent3"/>
          </a:lnRef>
          <a:fillRef idx="0">
            <a:schemeClr val="accent3"/>
          </a:fillRef>
          <a:effectRef idx="1">
            <a:schemeClr val="accent3"/>
          </a:effectRef>
          <a:fontRef idx="minor">
            <a:schemeClr val="tx1"/>
          </a:fontRef>
        </p:style>
      </p:cxnSp>
      <p:sp>
        <p:nvSpPr>
          <p:cNvPr id="31" name="Rectangle 30">
            <a:extLst>
              <a:ext uri="{FF2B5EF4-FFF2-40B4-BE49-F238E27FC236}">
                <a16:creationId xmlns:a16="http://schemas.microsoft.com/office/drawing/2014/main" id="{6A051DDA-4380-0008-8ADA-2239E9CA2DD9}"/>
              </a:ext>
            </a:extLst>
          </p:cNvPr>
          <p:cNvSpPr/>
          <p:nvPr userDrawn="1"/>
        </p:nvSpPr>
        <p:spPr>
          <a:xfrm rot="10800000">
            <a:off x="677287" y="5552648"/>
            <a:ext cx="3996312" cy="18288"/>
          </a:xfrm>
          <a:prstGeom prst="rect">
            <a:avLst/>
          </a:prstGeom>
          <a:gradFill flip="none" rotWithShape="1">
            <a:gsLst>
              <a:gs pos="0">
                <a:schemeClr val="tx2">
                  <a:alpha val="0"/>
                </a:schemeClr>
              </a:gs>
              <a:gs pos="53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descr="A black background with yellow lines&#10;&#10;AI-generated content may be incorrect.">
            <a:extLst>
              <a:ext uri="{FF2B5EF4-FFF2-40B4-BE49-F238E27FC236}">
                <a16:creationId xmlns:a16="http://schemas.microsoft.com/office/drawing/2014/main" id="{A4F3B902-B9A3-17D0-B82A-A3A249AC8D95}"/>
              </a:ext>
            </a:extLst>
          </p:cNvPr>
          <p:cNvPicPr>
            <a:picLocks noChangeAspect="1"/>
          </p:cNvPicPr>
          <p:nvPr userDrawn="1"/>
        </p:nvPicPr>
        <p:blipFill>
          <a:blip r:embed="rId3"/>
          <a:stretch>
            <a:fillRect/>
          </a:stretch>
        </p:blipFill>
        <p:spPr>
          <a:xfrm>
            <a:off x="871374" y="953489"/>
            <a:ext cx="3863523" cy="637884"/>
          </a:xfrm>
          <a:prstGeom prst="rect">
            <a:avLst/>
          </a:prstGeom>
        </p:spPr>
      </p:pic>
    </p:spTree>
    <p:extLst>
      <p:ext uri="{BB962C8B-B14F-4D97-AF65-F5344CB8AC3E}">
        <p14:creationId xmlns:p14="http://schemas.microsoft.com/office/powerpoint/2010/main" val="20696865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1" descr="A graph paper with a black background&#10;&#10;AI-generated content may be incorrect.">
            <a:extLst>
              <a:ext uri="{FF2B5EF4-FFF2-40B4-BE49-F238E27FC236}">
                <a16:creationId xmlns:a16="http://schemas.microsoft.com/office/drawing/2014/main" id="{B6D3A7AB-F169-2954-06C2-4B5461186F7D}"/>
              </a:ext>
            </a:extLst>
          </p:cNvPr>
          <p:cNvPicPr/>
          <p:nvPr userDrawn="1"/>
        </p:nvPicPr>
        <p:blipFill>
          <a:blip r:embed="rId2"/>
          <a:srcRect t="53308" r="30265"/>
          <a:stretch/>
        </p:blipFill>
        <p:spPr>
          <a:xfrm>
            <a:off x="687784" y="0"/>
            <a:ext cx="7569241" cy="5671569"/>
          </a:xfrm>
          <a:prstGeom prst="rect">
            <a:avLst/>
          </a:prstGeom>
        </p:spPr>
      </p:pic>
      <p:sp>
        <p:nvSpPr>
          <p:cNvPr id="3" name="Text Placeholder 13">
            <a:extLst>
              <a:ext uri="{FF2B5EF4-FFF2-40B4-BE49-F238E27FC236}">
                <a16:creationId xmlns:a16="http://schemas.microsoft.com/office/drawing/2014/main" id="{877A3219-8B6A-E9C7-8F07-13CF29938131}"/>
              </a:ext>
            </a:extLst>
          </p:cNvPr>
          <p:cNvSpPr>
            <a:spLocks noGrp="1"/>
          </p:cNvSpPr>
          <p:nvPr>
            <p:ph type="body" sz="quarter" idx="13" hasCustomPrompt="1"/>
          </p:nvPr>
        </p:nvSpPr>
        <p:spPr>
          <a:xfrm>
            <a:off x="967393" y="5699049"/>
            <a:ext cx="3525838" cy="365125"/>
          </a:xfrm>
          <a:prstGeom prst="rect">
            <a:avLst/>
          </a:prstGeom>
        </p:spPr>
        <p:txBody>
          <a:bodyPr>
            <a:noAutofit/>
          </a:bodyPr>
          <a:lstStyle>
            <a:lvl1pPr marL="0" indent="0">
              <a:buNone/>
              <a:defRPr sz="1900" b="1">
                <a:solidFill>
                  <a:schemeClr val="accent2"/>
                </a:solidFill>
              </a:defRPr>
            </a:lvl1pPr>
          </a:lstStyle>
          <a:p>
            <a:pPr lvl="0"/>
            <a:r>
              <a:rPr lang="en-US"/>
              <a:t>AUTHOR NAME/DATE</a:t>
            </a:r>
          </a:p>
        </p:txBody>
      </p:sp>
      <p:sp>
        <p:nvSpPr>
          <p:cNvPr id="4" name="Subtitle 2">
            <a:extLst>
              <a:ext uri="{FF2B5EF4-FFF2-40B4-BE49-F238E27FC236}">
                <a16:creationId xmlns:a16="http://schemas.microsoft.com/office/drawing/2014/main" id="{60492215-1AA6-37E4-7E50-BBDFFB8BE0CC}"/>
              </a:ext>
            </a:extLst>
          </p:cNvPr>
          <p:cNvSpPr>
            <a:spLocks noGrp="1"/>
          </p:cNvSpPr>
          <p:nvPr>
            <p:ph type="subTitle" idx="1" hasCustomPrompt="1"/>
          </p:nvPr>
        </p:nvSpPr>
        <p:spPr>
          <a:xfrm>
            <a:off x="957665" y="3838098"/>
            <a:ext cx="5367131" cy="1655762"/>
          </a:xfrm>
          <a:prstGeom prst="rect">
            <a:avLst/>
          </a:prstGeom>
        </p:spPr>
        <p:txBody>
          <a:bodyPr>
            <a:noAutofit/>
          </a:bodyPr>
          <a:lstStyle>
            <a:lvl1pPr marL="0" indent="0" algn="l">
              <a:buNone/>
              <a:defRPr sz="28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MASTER SUBTITLE</a:t>
            </a:r>
          </a:p>
        </p:txBody>
      </p:sp>
      <p:sp>
        <p:nvSpPr>
          <p:cNvPr id="5" name="Title 1">
            <a:extLst>
              <a:ext uri="{FF2B5EF4-FFF2-40B4-BE49-F238E27FC236}">
                <a16:creationId xmlns:a16="http://schemas.microsoft.com/office/drawing/2014/main" id="{B17137DA-B9DA-1A2E-A0CE-F0633D1668A0}"/>
              </a:ext>
            </a:extLst>
          </p:cNvPr>
          <p:cNvSpPr>
            <a:spLocks noGrp="1"/>
          </p:cNvSpPr>
          <p:nvPr>
            <p:ph type="ctrTitle" hasCustomPrompt="1"/>
          </p:nvPr>
        </p:nvSpPr>
        <p:spPr>
          <a:xfrm>
            <a:off x="939222" y="1947150"/>
            <a:ext cx="5916323" cy="1941747"/>
          </a:xfrm>
        </p:spPr>
        <p:txBody>
          <a:bodyPr anchor="b">
            <a:noAutofit/>
          </a:bodyPr>
          <a:lstStyle>
            <a:lvl1pPr algn="l">
              <a:defRPr sz="5000">
                <a:solidFill>
                  <a:schemeClr val="accent2"/>
                </a:solidFill>
              </a:defRPr>
            </a:lvl1pPr>
          </a:lstStyle>
          <a:p>
            <a:r>
              <a:rPr lang="en-US"/>
              <a:t>MASTER TITLE</a:t>
            </a:r>
          </a:p>
        </p:txBody>
      </p:sp>
      <p:sp>
        <p:nvSpPr>
          <p:cNvPr id="6" name="Rectangle 5">
            <a:extLst>
              <a:ext uri="{FF2B5EF4-FFF2-40B4-BE49-F238E27FC236}">
                <a16:creationId xmlns:a16="http://schemas.microsoft.com/office/drawing/2014/main" id="{21B326BF-B066-2724-5F42-54DBBF158099}"/>
              </a:ext>
            </a:extLst>
          </p:cNvPr>
          <p:cNvSpPr/>
          <p:nvPr userDrawn="1"/>
        </p:nvSpPr>
        <p:spPr>
          <a:xfrm rot="10800000">
            <a:off x="677287" y="5552648"/>
            <a:ext cx="3996312" cy="18288"/>
          </a:xfrm>
          <a:prstGeom prst="rect">
            <a:avLst/>
          </a:prstGeom>
          <a:gradFill flip="none" rotWithShape="1">
            <a:gsLst>
              <a:gs pos="0">
                <a:schemeClr val="tx2">
                  <a:alpha val="0"/>
                </a:schemeClr>
              </a:gs>
              <a:gs pos="53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97D4BD0-684C-F7A6-F954-618383B23392}"/>
              </a:ext>
            </a:extLst>
          </p:cNvPr>
          <p:cNvSpPr/>
          <p:nvPr userDrawn="1"/>
        </p:nvSpPr>
        <p:spPr>
          <a:xfrm>
            <a:off x="0" y="1"/>
            <a:ext cx="67728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9C409B1-D902-A4F3-6A2B-6C214F881C48}"/>
              </a:ext>
            </a:extLst>
          </p:cNvPr>
          <p:cNvCxnSpPr>
            <a:cxnSpLocks/>
          </p:cNvCxnSpPr>
          <p:nvPr userDrawn="1"/>
        </p:nvCxnSpPr>
        <p:spPr>
          <a:xfrm>
            <a:off x="677286" y="0"/>
            <a:ext cx="10498" cy="6857999"/>
          </a:xfrm>
          <a:prstGeom prst="line">
            <a:avLst/>
          </a:prstGeom>
        </p:spPr>
        <p:style>
          <a:lnRef idx="2">
            <a:schemeClr val="accent3"/>
          </a:lnRef>
          <a:fillRef idx="0">
            <a:schemeClr val="accent3"/>
          </a:fillRef>
          <a:effectRef idx="1">
            <a:schemeClr val="accent3"/>
          </a:effectRef>
          <a:fontRef idx="minor">
            <a:schemeClr val="tx1"/>
          </a:fontRef>
        </p:style>
      </p:cxnSp>
      <p:pic>
        <p:nvPicPr>
          <p:cNvPr id="14" name="Picture 13" descr="A black background with yellow lines&#10;&#10;AI-generated content may be incorrect.">
            <a:extLst>
              <a:ext uri="{FF2B5EF4-FFF2-40B4-BE49-F238E27FC236}">
                <a16:creationId xmlns:a16="http://schemas.microsoft.com/office/drawing/2014/main" id="{94BEE996-A5C0-B987-0488-153B1B58A7B8}"/>
              </a:ext>
            </a:extLst>
          </p:cNvPr>
          <p:cNvPicPr>
            <a:picLocks noChangeAspect="1"/>
          </p:cNvPicPr>
          <p:nvPr userDrawn="1"/>
        </p:nvPicPr>
        <p:blipFill>
          <a:blip r:embed="rId3"/>
          <a:srcRect r="53182"/>
          <a:stretch/>
        </p:blipFill>
        <p:spPr>
          <a:xfrm>
            <a:off x="871374" y="953489"/>
            <a:ext cx="1808839" cy="637884"/>
          </a:xfrm>
          <a:prstGeom prst="rect">
            <a:avLst/>
          </a:prstGeom>
        </p:spPr>
      </p:pic>
    </p:spTree>
    <p:extLst>
      <p:ext uri="{BB962C8B-B14F-4D97-AF65-F5344CB8AC3E}">
        <p14:creationId xmlns:p14="http://schemas.microsoft.com/office/powerpoint/2010/main" val="3113179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8894687-09E9-0CC6-A991-25DBC4938EC1}"/>
              </a:ext>
            </a:extLst>
          </p:cNvPr>
          <p:cNvSpPr>
            <a:spLocks noGrp="1" noRot="1" noMove="1" noResize="1" noEditPoints="1" noAdjustHandles="1" noChangeArrowheads="1" noChangeShapeType="1"/>
          </p:cNvSpPr>
          <p:nvPr userDrawn="1"/>
        </p:nvSpPr>
        <p:spPr>
          <a:xfrm>
            <a:off x="1" y="0"/>
            <a:ext cx="12192000" cy="6858000"/>
          </a:xfrm>
          <a:prstGeom prst="rect">
            <a:avLst/>
          </a:prstGeom>
          <a:gradFill flip="none" rotWithShape="1">
            <a:gsLst>
              <a:gs pos="0">
                <a:schemeClr val="tx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F0170B3-187D-F5F7-F8FF-6B6CA57F4D74}"/>
              </a:ext>
            </a:extLst>
          </p:cNvPr>
          <p:cNvSpPr/>
          <p:nvPr userDrawn="1"/>
        </p:nvSpPr>
        <p:spPr>
          <a:xfrm>
            <a:off x="0" y="1"/>
            <a:ext cx="677286"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56B6E0B-2E85-72EF-FE73-590D8ED75AD8}"/>
              </a:ext>
            </a:extLst>
          </p:cNvPr>
          <p:cNvPicPr/>
          <p:nvPr userDrawn="1"/>
        </p:nvPicPr>
        <p:blipFill>
          <a:blip r:embed="rId2">
            <a:alphaModFix amt="30000"/>
          </a:blip>
          <a:srcRect l="46224" t="19088" r="47414" b="24195"/>
          <a:stretch/>
        </p:blipFill>
        <p:spPr>
          <a:xfrm>
            <a:off x="-1" y="17775"/>
            <a:ext cx="687784" cy="6861244"/>
          </a:xfrm>
          <a:prstGeom prst="rect">
            <a:avLst/>
          </a:prstGeom>
        </p:spPr>
      </p:pic>
      <p:sp>
        <p:nvSpPr>
          <p:cNvPr id="13" name="Title 1">
            <a:extLst>
              <a:ext uri="{FF2B5EF4-FFF2-40B4-BE49-F238E27FC236}">
                <a16:creationId xmlns:a16="http://schemas.microsoft.com/office/drawing/2014/main" id="{47CF48D7-61AA-2F78-7BEB-2090354313D9}"/>
              </a:ext>
            </a:extLst>
          </p:cNvPr>
          <p:cNvSpPr>
            <a:spLocks noGrp="1"/>
          </p:cNvSpPr>
          <p:nvPr>
            <p:ph type="ctrTitle" hasCustomPrompt="1"/>
          </p:nvPr>
        </p:nvSpPr>
        <p:spPr>
          <a:xfrm>
            <a:off x="967576" y="1652462"/>
            <a:ext cx="5916323" cy="1941747"/>
          </a:xfrm>
        </p:spPr>
        <p:txBody>
          <a:bodyPr anchor="b">
            <a:noAutofit/>
          </a:bodyPr>
          <a:lstStyle>
            <a:lvl1pPr marL="0" indent="0" algn="l" defTabSz="914400" rtl="0" eaLnBrk="1" latinLnBrk="0" hangingPunct="1">
              <a:lnSpc>
                <a:spcPct val="90000"/>
              </a:lnSpc>
              <a:spcBef>
                <a:spcPts val="1000"/>
              </a:spcBef>
              <a:buFont typeface="Arial" panose="020B0604020202020204" pitchFamily="34" charset="0"/>
              <a:buNone/>
              <a:defRPr lang="en-US" sz="2400" b="0" kern="1200" noProof="0" dirty="0">
                <a:solidFill>
                  <a:schemeClr val="accent2"/>
                </a:solidFill>
                <a:latin typeface="Arial" panose="020B0604020202020204" pitchFamily="34" charset="0"/>
                <a:ea typeface="+mn-ea"/>
                <a:cs typeface="Arial" panose="020B0604020202020204" pitchFamily="34" charset="0"/>
              </a:defRPr>
            </a:lvl1pPr>
          </a:lstStyle>
          <a:p>
            <a:r>
              <a:rPr lang="en-US" noProof="0"/>
              <a:t>MAIN TITLE</a:t>
            </a:r>
          </a:p>
        </p:txBody>
      </p:sp>
      <p:sp>
        <p:nvSpPr>
          <p:cNvPr id="14" name="Subtitle 2">
            <a:extLst>
              <a:ext uri="{FF2B5EF4-FFF2-40B4-BE49-F238E27FC236}">
                <a16:creationId xmlns:a16="http://schemas.microsoft.com/office/drawing/2014/main" id="{946EA4A5-22EC-4012-5379-F4CD44BE7E1F}"/>
              </a:ext>
            </a:extLst>
          </p:cNvPr>
          <p:cNvSpPr>
            <a:spLocks noGrp="1"/>
          </p:cNvSpPr>
          <p:nvPr>
            <p:ph type="subTitle" idx="1" hasCustomPrompt="1"/>
          </p:nvPr>
        </p:nvSpPr>
        <p:spPr>
          <a:xfrm>
            <a:off x="967576" y="3594209"/>
            <a:ext cx="6847390" cy="1655762"/>
          </a:xfrm>
          <a:prstGeom prst="rect">
            <a:avLst/>
          </a:prstGeom>
        </p:spPr>
        <p:txBody>
          <a:bodyPr>
            <a:noAutofit/>
          </a:bodyPr>
          <a:lstStyle>
            <a:lvl1pPr marL="0" indent="0" algn="l">
              <a:buNone/>
              <a:defRPr lang="en-US" sz="4000" kern="1200" noProof="0" dirty="0">
                <a:solidFill>
                  <a:schemeClr val="accent2"/>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SECTION TITLE</a:t>
            </a:r>
          </a:p>
        </p:txBody>
      </p:sp>
      <p:cxnSp>
        <p:nvCxnSpPr>
          <p:cNvPr id="5" name="Straight Connector 4">
            <a:extLst>
              <a:ext uri="{FF2B5EF4-FFF2-40B4-BE49-F238E27FC236}">
                <a16:creationId xmlns:a16="http://schemas.microsoft.com/office/drawing/2014/main" id="{1460687A-032F-B82C-A483-560C75EA23EF}"/>
              </a:ext>
            </a:extLst>
          </p:cNvPr>
          <p:cNvCxnSpPr>
            <a:cxnSpLocks/>
          </p:cNvCxnSpPr>
          <p:nvPr userDrawn="1"/>
        </p:nvCxnSpPr>
        <p:spPr>
          <a:xfrm>
            <a:off x="677286" y="0"/>
            <a:ext cx="10498" cy="6857999"/>
          </a:xfrm>
          <a:prstGeom prst="line">
            <a:avLst/>
          </a:prstGeom>
        </p:spPr>
        <p:style>
          <a:lnRef idx="2">
            <a:schemeClr val="accent6"/>
          </a:lnRef>
          <a:fillRef idx="0">
            <a:schemeClr val="accent6"/>
          </a:fillRef>
          <a:effectRef idx="1">
            <a:schemeClr val="accent6"/>
          </a:effectRef>
          <a:fontRef idx="minor">
            <a:schemeClr val="tx1"/>
          </a:fontRef>
        </p:style>
      </p:cxnSp>
      <p:sp>
        <p:nvSpPr>
          <p:cNvPr id="10" name="Rectangle 9">
            <a:extLst>
              <a:ext uri="{FF2B5EF4-FFF2-40B4-BE49-F238E27FC236}">
                <a16:creationId xmlns:a16="http://schemas.microsoft.com/office/drawing/2014/main" id="{049BC6F8-CFB1-F173-DB12-8416FC80F3FF}"/>
              </a:ext>
            </a:extLst>
          </p:cNvPr>
          <p:cNvSpPr/>
          <p:nvPr userDrawn="1"/>
        </p:nvSpPr>
        <p:spPr>
          <a:xfrm rot="10800000">
            <a:off x="677288" y="4234552"/>
            <a:ext cx="4828568" cy="18288"/>
          </a:xfrm>
          <a:prstGeom prst="rect">
            <a:avLst/>
          </a:prstGeom>
          <a:gradFill flip="none" rotWithShape="1">
            <a:gsLst>
              <a:gs pos="0">
                <a:schemeClr val="bg1">
                  <a:alpha val="0"/>
                </a:schemeClr>
              </a:gs>
              <a:gs pos="52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F7870FF-25D1-F1C4-C46B-2CAA0DD04304}"/>
              </a:ext>
            </a:extLst>
          </p:cNvPr>
          <p:cNvPicPr>
            <a:picLocks noChangeAspect="1"/>
          </p:cNvPicPr>
          <p:nvPr userDrawn="1"/>
        </p:nvPicPr>
        <p:blipFill>
          <a:blip r:embed="rId3"/>
          <a:srcRect/>
          <a:stretch/>
        </p:blipFill>
        <p:spPr>
          <a:xfrm>
            <a:off x="871374" y="953489"/>
            <a:ext cx="3863523" cy="637883"/>
          </a:xfrm>
          <a:prstGeom prst="rect">
            <a:avLst/>
          </a:prstGeom>
        </p:spPr>
      </p:pic>
    </p:spTree>
    <p:extLst>
      <p:ext uri="{BB962C8B-B14F-4D97-AF65-F5344CB8AC3E}">
        <p14:creationId xmlns:p14="http://schemas.microsoft.com/office/powerpoint/2010/main" val="415080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9556C1-BC67-A541-083E-9F6763DDD853}"/>
              </a:ext>
            </a:extLst>
          </p:cNvPr>
          <p:cNvSpPr/>
          <p:nvPr userDrawn="1"/>
        </p:nvSpPr>
        <p:spPr>
          <a:xfrm>
            <a:off x="1" y="0"/>
            <a:ext cx="12192000" cy="6858000"/>
          </a:xfrm>
          <a:prstGeom prst="rect">
            <a:avLst/>
          </a:prstGeom>
          <a:gradFill flip="none" rotWithShape="1">
            <a:gsLst>
              <a:gs pos="0">
                <a:schemeClr val="tx2"/>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DF50CF5-BCAA-4700-40FA-D667A2727A10}"/>
              </a:ext>
            </a:extLst>
          </p:cNvPr>
          <p:cNvSpPr/>
          <p:nvPr userDrawn="1"/>
        </p:nvSpPr>
        <p:spPr>
          <a:xfrm>
            <a:off x="0" y="1"/>
            <a:ext cx="677286"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A0BD0ED-26DA-4507-A366-62E2411276F6}"/>
              </a:ext>
            </a:extLst>
          </p:cNvPr>
          <p:cNvPicPr/>
          <p:nvPr userDrawn="1"/>
        </p:nvPicPr>
        <p:blipFill>
          <a:blip r:embed="rId2">
            <a:alphaModFix amt="30000"/>
          </a:blip>
          <a:srcRect l="46224" t="19088" r="47414" b="24195"/>
          <a:stretch/>
        </p:blipFill>
        <p:spPr>
          <a:xfrm>
            <a:off x="-1" y="17775"/>
            <a:ext cx="687784" cy="6861244"/>
          </a:xfrm>
          <a:prstGeom prst="rect">
            <a:avLst/>
          </a:prstGeom>
        </p:spPr>
      </p:pic>
      <p:sp>
        <p:nvSpPr>
          <p:cNvPr id="10" name="Title 1">
            <a:extLst>
              <a:ext uri="{FF2B5EF4-FFF2-40B4-BE49-F238E27FC236}">
                <a16:creationId xmlns:a16="http://schemas.microsoft.com/office/drawing/2014/main" id="{B750EEAD-DEEC-0037-E6C0-A0A688A74D2A}"/>
              </a:ext>
            </a:extLst>
          </p:cNvPr>
          <p:cNvSpPr>
            <a:spLocks noGrp="1"/>
          </p:cNvSpPr>
          <p:nvPr>
            <p:ph type="ctrTitle" hasCustomPrompt="1"/>
          </p:nvPr>
        </p:nvSpPr>
        <p:spPr>
          <a:xfrm>
            <a:off x="967576" y="1652462"/>
            <a:ext cx="5916323" cy="1941747"/>
          </a:xfrm>
        </p:spPr>
        <p:txBody>
          <a:bodyPr anchor="b">
            <a:noAutofit/>
          </a:bodyPr>
          <a:lstStyle>
            <a:lvl1pPr marL="0" indent="0" algn="l" defTabSz="914400" rtl="0" eaLnBrk="1" latinLnBrk="0" hangingPunct="1">
              <a:lnSpc>
                <a:spcPct val="90000"/>
              </a:lnSpc>
              <a:spcBef>
                <a:spcPts val="1000"/>
              </a:spcBef>
              <a:buFont typeface="Arial" panose="020B0604020202020204" pitchFamily="34" charset="0"/>
              <a:buNone/>
              <a:defRPr lang="en-US" sz="2400" b="0" kern="1200" noProof="0" dirty="0">
                <a:solidFill>
                  <a:schemeClr val="accent2"/>
                </a:solidFill>
                <a:latin typeface="Arial" panose="020B0604020202020204" pitchFamily="34" charset="0"/>
                <a:ea typeface="+mn-ea"/>
                <a:cs typeface="Arial" panose="020B0604020202020204" pitchFamily="34" charset="0"/>
              </a:defRPr>
            </a:lvl1pPr>
          </a:lstStyle>
          <a:p>
            <a:r>
              <a:rPr lang="en-US" noProof="0"/>
              <a:t>MAIN TITLE</a:t>
            </a:r>
          </a:p>
        </p:txBody>
      </p:sp>
      <p:sp>
        <p:nvSpPr>
          <p:cNvPr id="11" name="Subtitle 2">
            <a:extLst>
              <a:ext uri="{FF2B5EF4-FFF2-40B4-BE49-F238E27FC236}">
                <a16:creationId xmlns:a16="http://schemas.microsoft.com/office/drawing/2014/main" id="{C1AE8D14-9945-C5E6-F556-A887556D5B94}"/>
              </a:ext>
            </a:extLst>
          </p:cNvPr>
          <p:cNvSpPr>
            <a:spLocks noGrp="1"/>
          </p:cNvSpPr>
          <p:nvPr>
            <p:ph type="subTitle" idx="1" hasCustomPrompt="1"/>
          </p:nvPr>
        </p:nvSpPr>
        <p:spPr>
          <a:xfrm>
            <a:off x="967576" y="3594209"/>
            <a:ext cx="6847390" cy="1655762"/>
          </a:xfrm>
          <a:prstGeom prst="rect">
            <a:avLst/>
          </a:prstGeom>
        </p:spPr>
        <p:txBody>
          <a:bodyPr>
            <a:noAutofit/>
          </a:bodyPr>
          <a:lstStyle>
            <a:lvl1pPr marL="0" indent="0" algn="l">
              <a:buNone/>
              <a:defRPr lang="en-US" sz="4000" kern="1200" noProof="0" dirty="0">
                <a:solidFill>
                  <a:schemeClr val="accent2"/>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SECTION TITLE</a:t>
            </a:r>
          </a:p>
        </p:txBody>
      </p:sp>
      <p:cxnSp>
        <p:nvCxnSpPr>
          <p:cNvPr id="13" name="Straight Connector 12">
            <a:extLst>
              <a:ext uri="{FF2B5EF4-FFF2-40B4-BE49-F238E27FC236}">
                <a16:creationId xmlns:a16="http://schemas.microsoft.com/office/drawing/2014/main" id="{7D26135D-1803-C34E-D51F-2C85FE8873ED}"/>
              </a:ext>
            </a:extLst>
          </p:cNvPr>
          <p:cNvCxnSpPr>
            <a:cxnSpLocks/>
          </p:cNvCxnSpPr>
          <p:nvPr userDrawn="1"/>
        </p:nvCxnSpPr>
        <p:spPr>
          <a:xfrm>
            <a:off x="677286" y="0"/>
            <a:ext cx="10498" cy="6857999"/>
          </a:xfrm>
          <a:prstGeom prst="line">
            <a:avLst/>
          </a:prstGeom>
        </p:spPr>
        <p:style>
          <a:lnRef idx="2">
            <a:schemeClr val="accent6"/>
          </a:lnRef>
          <a:fillRef idx="0">
            <a:schemeClr val="accent6"/>
          </a:fillRef>
          <a:effectRef idx="1">
            <a:schemeClr val="accent6"/>
          </a:effectRef>
          <a:fontRef idx="minor">
            <a:schemeClr val="tx1"/>
          </a:fontRef>
        </p:style>
      </p:cxnSp>
      <p:sp>
        <p:nvSpPr>
          <p:cNvPr id="14" name="Rectangle 13">
            <a:extLst>
              <a:ext uri="{FF2B5EF4-FFF2-40B4-BE49-F238E27FC236}">
                <a16:creationId xmlns:a16="http://schemas.microsoft.com/office/drawing/2014/main" id="{4E479461-537E-2B5E-1E32-0F042E0806E1}"/>
              </a:ext>
            </a:extLst>
          </p:cNvPr>
          <p:cNvSpPr/>
          <p:nvPr userDrawn="1"/>
        </p:nvSpPr>
        <p:spPr>
          <a:xfrm rot="10800000">
            <a:off x="677288" y="4234552"/>
            <a:ext cx="4828568" cy="18288"/>
          </a:xfrm>
          <a:prstGeom prst="rect">
            <a:avLst/>
          </a:prstGeom>
          <a:gradFill flip="none" rotWithShape="1">
            <a:gsLst>
              <a:gs pos="0">
                <a:schemeClr val="bg1">
                  <a:alpha val="0"/>
                </a:schemeClr>
              </a:gs>
              <a:gs pos="52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CF412864-4ADA-DF12-5BDE-ED6999A377EE}"/>
              </a:ext>
            </a:extLst>
          </p:cNvPr>
          <p:cNvPicPr>
            <a:picLocks noChangeAspect="1"/>
          </p:cNvPicPr>
          <p:nvPr userDrawn="1"/>
        </p:nvPicPr>
        <p:blipFill>
          <a:blip r:embed="rId3"/>
          <a:srcRect r="53987"/>
          <a:stretch/>
        </p:blipFill>
        <p:spPr>
          <a:xfrm>
            <a:off x="871374" y="953489"/>
            <a:ext cx="1777727" cy="637883"/>
          </a:xfrm>
          <a:prstGeom prst="rect">
            <a:avLst/>
          </a:prstGeom>
        </p:spPr>
      </p:pic>
    </p:spTree>
    <p:extLst>
      <p:ext uri="{BB962C8B-B14F-4D97-AF65-F5344CB8AC3E}">
        <p14:creationId xmlns:p14="http://schemas.microsoft.com/office/powerpoint/2010/main" val="3995090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6AF8-C692-0B76-9B01-5FEA838F5C14}"/>
              </a:ext>
            </a:extLst>
          </p:cNvPr>
          <p:cNvSpPr>
            <a:spLocks noGrp="1"/>
          </p:cNvSpPr>
          <p:nvPr>
            <p:ph type="title" hasCustomPrompt="1"/>
          </p:nvPr>
        </p:nvSpPr>
        <p:spPr/>
        <p:txBody>
          <a:bodyPr>
            <a:noAutofit/>
          </a:bodyPr>
          <a:lstStyle/>
          <a:p>
            <a:r>
              <a:rPr lang="en-US"/>
              <a:t>TITLE HERE</a:t>
            </a:r>
          </a:p>
        </p:txBody>
      </p:sp>
      <p:sp>
        <p:nvSpPr>
          <p:cNvPr id="3" name="Content Placeholder 2">
            <a:extLst>
              <a:ext uri="{FF2B5EF4-FFF2-40B4-BE49-F238E27FC236}">
                <a16:creationId xmlns:a16="http://schemas.microsoft.com/office/drawing/2014/main" id="{5E9D2459-1123-81B4-57D3-C627841B169F}"/>
              </a:ext>
            </a:extLst>
          </p:cNvPr>
          <p:cNvSpPr>
            <a:spLocks noGrp="1"/>
          </p:cNvSpPr>
          <p:nvPr>
            <p:ph sz="half" idx="1" hasCustomPrompt="1"/>
          </p:nvPr>
        </p:nvSpPr>
        <p:spPr>
          <a:xfrm>
            <a:off x="584200" y="1761457"/>
            <a:ext cx="5181600" cy="3932242"/>
          </a:xfrm>
          <a:prstGeom prst="rect">
            <a:avLst/>
          </a:prstGeom>
        </p:spPr>
        <p:txBody>
          <a:bodyPr>
            <a:noAutofit/>
          </a:bodyPr>
          <a:lstStyle>
            <a:lvl1pPr>
              <a:defRPr baseline="0">
                <a:latin typeface="Arial" panose="020B0604020202020204" pitchFamily="34" charset="0"/>
              </a:defRPr>
            </a:lvl1pPr>
          </a:lstStyle>
          <a:p>
            <a:r>
              <a:rPr lang="en-US">
                <a:effectLst/>
                <a:latin typeface="Proxima Nova Rg"/>
              </a:rPr>
              <a:t>Content goes here</a:t>
            </a:r>
          </a:p>
        </p:txBody>
      </p:sp>
      <p:sp>
        <p:nvSpPr>
          <p:cNvPr id="4" name="Content Placeholder 3">
            <a:extLst>
              <a:ext uri="{FF2B5EF4-FFF2-40B4-BE49-F238E27FC236}">
                <a16:creationId xmlns:a16="http://schemas.microsoft.com/office/drawing/2014/main" id="{F87F6FDE-F803-3173-B857-D904AD7AD137}"/>
              </a:ext>
            </a:extLst>
          </p:cNvPr>
          <p:cNvSpPr>
            <a:spLocks noGrp="1"/>
          </p:cNvSpPr>
          <p:nvPr>
            <p:ph sz="half" idx="2"/>
          </p:nvPr>
        </p:nvSpPr>
        <p:spPr>
          <a:xfrm>
            <a:off x="6458918" y="1761457"/>
            <a:ext cx="5051763" cy="4358061"/>
          </a:xfrm>
          <a:prstGeom prst="rect">
            <a:avLst/>
          </a:prstGeom>
          <a:noFill/>
        </p:spPr>
        <p:txBody>
          <a:bodyPr/>
          <a:lstStyle>
            <a:lvl1pPr>
              <a:defRPr>
                <a:noFill/>
              </a:defRPr>
            </a:lvl1pPr>
          </a:lstStyle>
          <a:p>
            <a:pPr lvl="0"/>
            <a:endParaRPr lang="en-US"/>
          </a:p>
        </p:txBody>
      </p:sp>
      <p:sp>
        <p:nvSpPr>
          <p:cNvPr id="8" name="Text Placeholder 10">
            <a:extLst>
              <a:ext uri="{FF2B5EF4-FFF2-40B4-BE49-F238E27FC236}">
                <a16:creationId xmlns:a16="http://schemas.microsoft.com/office/drawing/2014/main" id="{251DC9A0-90B1-9664-99EE-6E0F008CAAB5}"/>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accent1"/>
                </a:solidFill>
              </a:defRPr>
            </a:lvl1pPr>
          </a:lstStyle>
          <a:p>
            <a:pPr lvl="0"/>
            <a:r>
              <a:rPr lang="en-US"/>
              <a:t>Subhead Text</a:t>
            </a:r>
          </a:p>
        </p:txBody>
      </p:sp>
      <p:pic>
        <p:nvPicPr>
          <p:cNvPr id="6" name="Picture 5" descr="A graph paper with a black background&#10;&#10;AI-generated content may be incorrect.">
            <a:extLst>
              <a:ext uri="{FF2B5EF4-FFF2-40B4-BE49-F238E27FC236}">
                <a16:creationId xmlns:a16="http://schemas.microsoft.com/office/drawing/2014/main" id="{FBC46253-0D3B-2C96-3D53-0017E0707E6C}"/>
              </a:ext>
            </a:extLst>
          </p:cNvPr>
          <p:cNvPicPr/>
          <p:nvPr userDrawn="1"/>
        </p:nvPicPr>
        <p:blipFill>
          <a:blip r:embed="rId2"/>
          <a:srcRect t="53308" r="30265"/>
          <a:stretch/>
        </p:blipFill>
        <p:spPr>
          <a:xfrm>
            <a:off x="4639655" y="0"/>
            <a:ext cx="7569241" cy="5671569"/>
          </a:xfrm>
          <a:prstGeom prst="rect">
            <a:avLst/>
          </a:prstGeom>
        </p:spPr>
      </p:pic>
      <p:pic>
        <p:nvPicPr>
          <p:cNvPr id="13" name="Picture 12" descr="A black background with yellow lines&#10;&#10;AI-generated content may be incorrect.">
            <a:extLst>
              <a:ext uri="{FF2B5EF4-FFF2-40B4-BE49-F238E27FC236}">
                <a16:creationId xmlns:a16="http://schemas.microsoft.com/office/drawing/2014/main" id="{7F30EBE8-97C0-469B-D1F5-E2E518A6DD9D}"/>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41610471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6AF8-C692-0B76-9B01-5FEA838F5C14}"/>
              </a:ext>
            </a:extLst>
          </p:cNvPr>
          <p:cNvSpPr>
            <a:spLocks noGrp="1"/>
          </p:cNvSpPr>
          <p:nvPr>
            <p:ph type="title" hasCustomPrompt="1"/>
          </p:nvPr>
        </p:nvSpPr>
        <p:spPr/>
        <p:txBody>
          <a:bodyPr>
            <a:noAutofit/>
          </a:bodyPr>
          <a:lstStyle/>
          <a:p>
            <a:r>
              <a:rPr lang="en-US"/>
              <a:t>TITLE HERE</a:t>
            </a:r>
          </a:p>
        </p:txBody>
      </p:sp>
      <p:sp>
        <p:nvSpPr>
          <p:cNvPr id="3" name="Content Placeholder 2">
            <a:extLst>
              <a:ext uri="{FF2B5EF4-FFF2-40B4-BE49-F238E27FC236}">
                <a16:creationId xmlns:a16="http://schemas.microsoft.com/office/drawing/2014/main" id="{5E9D2459-1123-81B4-57D3-C627841B169F}"/>
              </a:ext>
            </a:extLst>
          </p:cNvPr>
          <p:cNvSpPr>
            <a:spLocks noGrp="1"/>
          </p:cNvSpPr>
          <p:nvPr>
            <p:ph sz="half" idx="1" hasCustomPrompt="1"/>
          </p:nvPr>
        </p:nvSpPr>
        <p:spPr>
          <a:xfrm>
            <a:off x="584200" y="1761457"/>
            <a:ext cx="5181600" cy="3932242"/>
          </a:xfrm>
          <a:prstGeom prst="rect">
            <a:avLst/>
          </a:prstGeom>
        </p:spPr>
        <p:txBody>
          <a:bodyPr>
            <a:noAutofit/>
          </a:bodyPr>
          <a:lstStyle/>
          <a:p>
            <a:r>
              <a:rPr lang="en-US">
                <a:effectLst/>
                <a:latin typeface="Proxima Nova Rg"/>
              </a:rPr>
              <a:t>Content goes here</a:t>
            </a:r>
          </a:p>
        </p:txBody>
      </p:sp>
      <p:sp>
        <p:nvSpPr>
          <p:cNvPr id="4" name="Content Placeholder 3">
            <a:extLst>
              <a:ext uri="{FF2B5EF4-FFF2-40B4-BE49-F238E27FC236}">
                <a16:creationId xmlns:a16="http://schemas.microsoft.com/office/drawing/2014/main" id="{F87F6FDE-F803-3173-B857-D904AD7AD137}"/>
              </a:ext>
            </a:extLst>
          </p:cNvPr>
          <p:cNvSpPr>
            <a:spLocks noGrp="1"/>
          </p:cNvSpPr>
          <p:nvPr>
            <p:ph sz="half" idx="2"/>
          </p:nvPr>
        </p:nvSpPr>
        <p:spPr>
          <a:xfrm>
            <a:off x="6458918" y="1761457"/>
            <a:ext cx="5051763" cy="4358061"/>
          </a:xfrm>
          <a:prstGeom prst="rect">
            <a:avLst/>
          </a:prstGeom>
          <a:noFill/>
        </p:spPr>
        <p:txBody>
          <a:bodyPr/>
          <a:lstStyle>
            <a:lvl1pPr>
              <a:defRPr>
                <a:noFill/>
              </a:defRPr>
            </a:lvl1pPr>
          </a:lstStyle>
          <a:p>
            <a:pPr lvl="0"/>
            <a:endParaRPr lang="en-US"/>
          </a:p>
        </p:txBody>
      </p:sp>
      <p:sp>
        <p:nvSpPr>
          <p:cNvPr id="8" name="Text Placeholder 10">
            <a:extLst>
              <a:ext uri="{FF2B5EF4-FFF2-40B4-BE49-F238E27FC236}">
                <a16:creationId xmlns:a16="http://schemas.microsoft.com/office/drawing/2014/main" id="{251DC9A0-90B1-9664-99EE-6E0F008CAAB5}"/>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accent1"/>
                </a:solidFill>
              </a:defRPr>
            </a:lvl1pPr>
          </a:lstStyle>
          <a:p>
            <a:pPr lvl="0"/>
            <a:r>
              <a:rPr lang="en-US"/>
              <a:t>Subhead Text</a:t>
            </a:r>
          </a:p>
        </p:txBody>
      </p:sp>
      <p:pic>
        <p:nvPicPr>
          <p:cNvPr id="11" name="Picture 10" descr="A graph paper with a black background&#10;&#10;AI-generated content may be incorrect.">
            <a:extLst>
              <a:ext uri="{FF2B5EF4-FFF2-40B4-BE49-F238E27FC236}">
                <a16:creationId xmlns:a16="http://schemas.microsoft.com/office/drawing/2014/main" id="{9D660AFF-66F9-B10E-23C7-81657A8F04DE}"/>
              </a:ext>
            </a:extLst>
          </p:cNvPr>
          <p:cNvPicPr/>
          <p:nvPr userDrawn="1"/>
        </p:nvPicPr>
        <p:blipFill>
          <a:blip r:embed="rId2"/>
          <a:srcRect t="53308" r="30265"/>
          <a:stretch/>
        </p:blipFill>
        <p:spPr>
          <a:xfrm>
            <a:off x="4639655" y="0"/>
            <a:ext cx="7569241" cy="5671569"/>
          </a:xfrm>
          <a:prstGeom prst="rect">
            <a:avLst/>
          </a:prstGeom>
        </p:spPr>
      </p:pic>
      <p:pic>
        <p:nvPicPr>
          <p:cNvPr id="13" name="Picture 12" descr="A black background with yellow lines&#10;&#10;AI-generated content may be incorrect.">
            <a:extLst>
              <a:ext uri="{FF2B5EF4-FFF2-40B4-BE49-F238E27FC236}">
                <a16:creationId xmlns:a16="http://schemas.microsoft.com/office/drawing/2014/main" id="{467AEDF9-4E89-7A65-DC32-57E833809449}"/>
              </a:ext>
            </a:extLst>
          </p:cNvPr>
          <p:cNvPicPr>
            <a:picLocks noChangeAspect="1"/>
          </p:cNvPicPr>
          <p:nvPr userDrawn="1"/>
        </p:nvPicPr>
        <p:blipFill>
          <a:blip r:embed="rId3"/>
          <a:srcRect r="52820"/>
          <a:stretch/>
        </p:blipFill>
        <p:spPr>
          <a:xfrm>
            <a:off x="163171" y="6090841"/>
            <a:ext cx="1860701" cy="637884"/>
          </a:xfrm>
          <a:prstGeom prst="rect">
            <a:avLst/>
          </a:prstGeom>
        </p:spPr>
      </p:pic>
    </p:spTree>
    <p:extLst>
      <p:ext uri="{BB962C8B-B14F-4D97-AF65-F5344CB8AC3E}">
        <p14:creationId xmlns:p14="http://schemas.microsoft.com/office/powerpoint/2010/main" val="21217237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6AF8-C692-0B76-9B01-5FEA838F5C14}"/>
              </a:ext>
            </a:extLst>
          </p:cNvPr>
          <p:cNvSpPr>
            <a:spLocks noGrp="1"/>
          </p:cNvSpPr>
          <p:nvPr>
            <p:ph type="title" hasCustomPrompt="1"/>
          </p:nvPr>
        </p:nvSpPr>
        <p:spPr/>
        <p:txBody>
          <a:bodyPr>
            <a:noAutofit/>
          </a:bodyPr>
          <a:lstStyle/>
          <a:p>
            <a:r>
              <a:rPr lang="en-US"/>
              <a:t>TITLE HERE</a:t>
            </a:r>
          </a:p>
        </p:txBody>
      </p:sp>
      <p:sp>
        <p:nvSpPr>
          <p:cNvPr id="3" name="Content Placeholder 2">
            <a:extLst>
              <a:ext uri="{FF2B5EF4-FFF2-40B4-BE49-F238E27FC236}">
                <a16:creationId xmlns:a16="http://schemas.microsoft.com/office/drawing/2014/main" id="{5E9D2459-1123-81B4-57D3-C627841B169F}"/>
              </a:ext>
            </a:extLst>
          </p:cNvPr>
          <p:cNvSpPr>
            <a:spLocks noGrp="1"/>
          </p:cNvSpPr>
          <p:nvPr>
            <p:ph sz="half" idx="1" hasCustomPrompt="1"/>
          </p:nvPr>
        </p:nvSpPr>
        <p:spPr>
          <a:xfrm>
            <a:off x="584200" y="1761457"/>
            <a:ext cx="5181600" cy="3932242"/>
          </a:xfrm>
          <a:prstGeom prst="rect">
            <a:avLst/>
          </a:prstGeom>
        </p:spPr>
        <p:txBody>
          <a:bodyPr>
            <a:noAutofit/>
          </a:bodyPr>
          <a:lstStyle/>
          <a:p>
            <a:r>
              <a:rPr lang="en-US">
                <a:effectLst/>
                <a:latin typeface="Proxima Nova Rg"/>
              </a:rPr>
              <a:t>Content goes here</a:t>
            </a:r>
          </a:p>
        </p:txBody>
      </p:sp>
      <p:sp>
        <p:nvSpPr>
          <p:cNvPr id="4" name="Content Placeholder 3">
            <a:extLst>
              <a:ext uri="{FF2B5EF4-FFF2-40B4-BE49-F238E27FC236}">
                <a16:creationId xmlns:a16="http://schemas.microsoft.com/office/drawing/2014/main" id="{F87F6FDE-F803-3173-B857-D904AD7AD137}"/>
              </a:ext>
            </a:extLst>
          </p:cNvPr>
          <p:cNvSpPr>
            <a:spLocks noGrp="1"/>
          </p:cNvSpPr>
          <p:nvPr>
            <p:ph sz="half" idx="2"/>
          </p:nvPr>
        </p:nvSpPr>
        <p:spPr>
          <a:xfrm>
            <a:off x="6458918" y="1761457"/>
            <a:ext cx="5051763" cy="4358061"/>
          </a:xfrm>
          <a:prstGeom prst="rect">
            <a:avLst/>
          </a:prstGeom>
          <a:noFill/>
        </p:spPr>
        <p:txBody>
          <a:bodyPr/>
          <a:lstStyle>
            <a:lvl1pPr>
              <a:defRPr>
                <a:noFill/>
              </a:defRPr>
            </a:lvl1pPr>
          </a:lstStyle>
          <a:p>
            <a:pPr lvl="0"/>
            <a:endParaRPr lang="en-US"/>
          </a:p>
        </p:txBody>
      </p:sp>
      <p:sp>
        <p:nvSpPr>
          <p:cNvPr id="8" name="Text Placeholder 10">
            <a:extLst>
              <a:ext uri="{FF2B5EF4-FFF2-40B4-BE49-F238E27FC236}">
                <a16:creationId xmlns:a16="http://schemas.microsoft.com/office/drawing/2014/main" id="{251DC9A0-90B1-9664-99EE-6E0F008CAAB5}"/>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accent1"/>
                </a:solidFill>
              </a:defRPr>
            </a:lvl1pPr>
          </a:lstStyle>
          <a:p>
            <a:pPr lvl="0"/>
            <a:r>
              <a:rPr lang="en-US"/>
              <a:t>Subhead Text</a:t>
            </a:r>
          </a:p>
        </p:txBody>
      </p:sp>
      <p:pic>
        <p:nvPicPr>
          <p:cNvPr id="9" name="Picture 8" descr="A black background with yellow lines&#10;&#10;AI-generated content may be incorrect.">
            <a:extLst>
              <a:ext uri="{FF2B5EF4-FFF2-40B4-BE49-F238E27FC236}">
                <a16:creationId xmlns:a16="http://schemas.microsoft.com/office/drawing/2014/main" id="{508348B9-B1B7-3DAC-5596-72D731E20B2B}"/>
              </a:ext>
            </a:extLst>
          </p:cNvPr>
          <p:cNvPicPr>
            <a:picLocks noChangeAspect="1"/>
          </p:cNvPicPr>
          <p:nvPr userDrawn="1"/>
        </p:nvPicPr>
        <p:blipFill>
          <a:blip r:embed="rId2"/>
          <a:stretch>
            <a:fillRect/>
          </a:stretch>
        </p:blipFill>
        <p:spPr>
          <a:xfrm>
            <a:off x="163171" y="6090841"/>
            <a:ext cx="3943866" cy="637884"/>
          </a:xfrm>
          <a:prstGeom prst="rect">
            <a:avLst/>
          </a:prstGeom>
        </p:spPr>
      </p:pic>
      <p:pic>
        <p:nvPicPr>
          <p:cNvPr id="10" name="Picture 9" descr="A graph paper with a black background&#10;&#10;AI-generated content may be incorrect.">
            <a:extLst>
              <a:ext uri="{FF2B5EF4-FFF2-40B4-BE49-F238E27FC236}">
                <a16:creationId xmlns:a16="http://schemas.microsoft.com/office/drawing/2014/main" id="{0D5D61F6-CDEE-09F9-6AFC-6263A7F6A6FB}"/>
              </a:ext>
            </a:extLst>
          </p:cNvPr>
          <p:cNvPicPr/>
          <p:nvPr userDrawn="1"/>
        </p:nvPicPr>
        <p:blipFill>
          <a:blip r:embed="rId3"/>
          <a:srcRect t="53308" r="30265"/>
          <a:stretch/>
        </p:blipFill>
        <p:spPr>
          <a:xfrm>
            <a:off x="4639655" y="0"/>
            <a:ext cx="7569241" cy="5671569"/>
          </a:xfrm>
          <a:prstGeom prst="rect">
            <a:avLst/>
          </a:prstGeom>
        </p:spPr>
      </p:pic>
    </p:spTree>
    <p:extLst>
      <p:ext uri="{BB962C8B-B14F-4D97-AF65-F5344CB8AC3E}">
        <p14:creationId xmlns:p14="http://schemas.microsoft.com/office/powerpoint/2010/main" val="24288308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6AF8-C692-0B76-9B01-5FEA838F5C14}"/>
              </a:ext>
            </a:extLst>
          </p:cNvPr>
          <p:cNvSpPr>
            <a:spLocks noGrp="1"/>
          </p:cNvSpPr>
          <p:nvPr>
            <p:ph type="title" hasCustomPrompt="1"/>
          </p:nvPr>
        </p:nvSpPr>
        <p:spPr/>
        <p:txBody>
          <a:bodyPr>
            <a:noAutofit/>
          </a:bodyPr>
          <a:lstStyle/>
          <a:p>
            <a:r>
              <a:rPr lang="en-US"/>
              <a:t>TITLE HERE</a:t>
            </a:r>
          </a:p>
        </p:txBody>
      </p:sp>
      <p:sp>
        <p:nvSpPr>
          <p:cNvPr id="3" name="Content Placeholder 2">
            <a:extLst>
              <a:ext uri="{FF2B5EF4-FFF2-40B4-BE49-F238E27FC236}">
                <a16:creationId xmlns:a16="http://schemas.microsoft.com/office/drawing/2014/main" id="{5E9D2459-1123-81B4-57D3-C627841B169F}"/>
              </a:ext>
            </a:extLst>
          </p:cNvPr>
          <p:cNvSpPr>
            <a:spLocks noGrp="1"/>
          </p:cNvSpPr>
          <p:nvPr>
            <p:ph sz="half" idx="1" hasCustomPrompt="1"/>
          </p:nvPr>
        </p:nvSpPr>
        <p:spPr>
          <a:xfrm>
            <a:off x="584200" y="1761457"/>
            <a:ext cx="5181600" cy="3932242"/>
          </a:xfrm>
          <a:prstGeom prst="rect">
            <a:avLst/>
          </a:prstGeom>
        </p:spPr>
        <p:txBody>
          <a:bodyPr>
            <a:noAutofit/>
          </a:bodyPr>
          <a:lstStyle/>
          <a:p>
            <a:r>
              <a:rPr lang="en-US">
                <a:effectLst/>
                <a:latin typeface="Proxima Nova Rg"/>
              </a:rPr>
              <a:t>Content goes here</a:t>
            </a:r>
          </a:p>
        </p:txBody>
      </p:sp>
      <p:sp>
        <p:nvSpPr>
          <p:cNvPr id="8" name="Text Placeholder 10">
            <a:extLst>
              <a:ext uri="{FF2B5EF4-FFF2-40B4-BE49-F238E27FC236}">
                <a16:creationId xmlns:a16="http://schemas.microsoft.com/office/drawing/2014/main" id="{251DC9A0-90B1-9664-99EE-6E0F008CAAB5}"/>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10" name="Picture Placeholder 28">
            <a:extLst>
              <a:ext uri="{FF2B5EF4-FFF2-40B4-BE49-F238E27FC236}">
                <a16:creationId xmlns:a16="http://schemas.microsoft.com/office/drawing/2014/main" id="{1542D1FF-096F-FD99-DE42-AA912C4062E4}"/>
              </a:ext>
            </a:extLst>
          </p:cNvPr>
          <p:cNvSpPr>
            <a:spLocks noGrp="1"/>
          </p:cNvSpPr>
          <p:nvPr>
            <p:ph type="pic" sz="quarter" idx="15"/>
          </p:nvPr>
        </p:nvSpPr>
        <p:spPr>
          <a:xfrm>
            <a:off x="6455757" y="1257680"/>
            <a:ext cx="5067906" cy="4341432"/>
          </a:xfrm>
          <a:prstGeom prst="rect">
            <a:avLst/>
          </a:prstGeom>
          <a:noFill/>
        </p:spPr>
        <p:txBody>
          <a:bodyPr/>
          <a:lstStyle>
            <a:lvl1pPr>
              <a:defRPr>
                <a:noFill/>
              </a:defRPr>
            </a:lvl1pPr>
          </a:lstStyle>
          <a:p>
            <a:endParaRPr lang="en-US"/>
          </a:p>
        </p:txBody>
      </p:sp>
      <p:pic>
        <p:nvPicPr>
          <p:cNvPr id="6" name="Picture 5" descr="A graph paper with a black background&#10;&#10;AI-generated content may be incorrect.">
            <a:extLst>
              <a:ext uri="{FF2B5EF4-FFF2-40B4-BE49-F238E27FC236}">
                <a16:creationId xmlns:a16="http://schemas.microsoft.com/office/drawing/2014/main" id="{AADE2141-05F5-616A-B42E-8A3C8746F9D7}"/>
              </a:ext>
            </a:extLst>
          </p:cNvPr>
          <p:cNvPicPr/>
          <p:nvPr userDrawn="1"/>
        </p:nvPicPr>
        <p:blipFill>
          <a:blip r:embed="rId2"/>
          <a:srcRect t="53308" r="30265"/>
          <a:stretch/>
        </p:blipFill>
        <p:spPr>
          <a:xfrm>
            <a:off x="4639655" y="0"/>
            <a:ext cx="7569241" cy="5671569"/>
          </a:xfrm>
          <a:prstGeom prst="rect">
            <a:avLst/>
          </a:prstGeom>
        </p:spPr>
      </p:pic>
      <p:pic>
        <p:nvPicPr>
          <p:cNvPr id="7" name="Picture 6" descr="A black background with yellow lines&#10;&#10;AI-generated content may be incorrect.">
            <a:extLst>
              <a:ext uri="{FF2B5EF4-FFF2-40B4-BE49-F238E27FC236}">
                <a16:creationId xmlns:a16="http://schemas.microsoft.com/office/drawing/2014/main" id="{5956EA97-85ED-8990-F8E5-FEDD80B3DD93}"/>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2462487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4" name="Picture 3" descr="A graph paper with a black background&#10;&#10;AI-generated content may be incorrect.">
            <a:extLst>
              <a:ext uri="{FF2B5EF4-FFF2-40B4-BE49-F238E27FC236}">
                <a16:creationId xmlns:a16="http://schemas.microsoft.com/office/drawing/2014/main" id="{E6F0B9F4-3DE3-8200-5E7F-B24D992A8ACB}"/>
              </a:ext>
            </a:extLst>
          </p:cNvPr>
          <p:cNvPicPr/>
          <p:nvPr userDrawn="1"/>
        </p:nvPicPr>
        <p:blipFill>
          <a:blip r:embed="rId2"/>
          <a:srcRect t="53308" r="30265"/>
          <a:stretch/>
        </p:blipFill>
        <p:spPr>
          <a:xfrm>
            <a:off x="4639655" y="0"/>
            <a:ext cx="7569241" cy="5671569"/>
          </a:xfrm>
          <a:prstGeom prst="rect">
            <a:avLst/>
          </a:prstGeom>
        </p:spPr>
      </p:pic>
      <p:sp>
        <p:nvSpPr>
          <p:cNvPr id="7" name="Title 1">
            <a:extLst>
              <a:ext uri="{FF2B5EF4-FFF2-40B4-BE49-F238E27FC236}">
                <a16:creationId xmlns:a16="http://schemas.microsoft.com/office/drawing/2014/main" id="{7F025175-B578-0A42-EA38-7D0DE5F14F1A}"/>
              </a:ext>
            </a:extLst>
          </p:cNvPr>
          <p:cNvSpPr>
            <a:spLocks noGrp="1"/>
          </p:cNvSpPr>
          <p:nvPr>
            <p:ph type="title" hasCustomPrompt="1"/>
          </p:nvPr>
        </p:nvSpPr>
        <p:spPr>
          <a:xfrm>
            <a:off x="584201" y="647527"/>
            <a:ext cx="6598657" cy="464608"/>
          </a:xfrm>
        </p:spPr>
        <p:txBody>
          <a:bodyPr>
            <a:noAutofit/>
          </a:bodyPr>
          <a:lstStyle/>
          <a:p>
            <a:r>
              <a:rPr lang="en-US"/>
              <a:t>TITLE HERE</a:t>
            </a:r>
          </a:p>
        </p:txBody>
      </p:sp>
      <p:sp>
        <p:nvSpPr>
          <p:cNvPr id="8" name="Content Placeholder 2">
            <a:extLst>
              <a:ext uri="{FF2B5EF4-FFF2-40B4-BE49-F238E27FC236}">
                <a16:creationId xmlns:a16="http://schemas.microsoft.com/office/drawing/2014/main" id="{5F31689B-70D1-75DA-9BCE-23E54CF88266}"/>
              </a:ext>
            </a:extLst>
          </p:cNvPr>
          <p:cNvSpPr>
            <a:spLocks noGrp="1"/>
          </p:cNvSpPr>
          <p:nvPr>
            <p:ph sz="half" idx="1" hasCustomPrompt="1"/>
          </p:nvPr>
        </p:nvSpPr>
        <p:spPr>
          <a:xfrm>
            <a:off x="584200" y="1761457"/>
            <a:ext cx="6598656" cy="3932242"/>
          </a:xfrm>
          <a:prstGeom prst="rect">
            <a:avLst/>
          </a:prstGeom>
        </p:spPr>
        <p:txBody>
          <a:bodyPr>
            <a:noAutofit/>
          </a:bodyPr>
          <a:lstStyle/>
          <a:p>
            <a:r>
              <a:rPr lang="en-US">
                <a:effectLst/>
                <a:latin typeface="Proxima Nova Rg"/>
              </a:rPr>
              <a:t>Content goes here</a:t>
            </a:r>
          </a:p>
        </p:txBody>
      </p:sp>
      <p:sp>
        <p:nvSpPr>
          <p:cNvPr id="9" name="Text Placeholder 10">
            <a:extLst>
              <a:ext uri="{FF2B5EF4-FFF2-40B4-BE49-F238E27FC236}">
                <a16:creationId xmlns:a16="http://schemas.microsoft.com/office/drawing/2014/main" id="{FC30FE61-D068-DA56-9FB6-97F684B286CC}"/>
              </a:ext>
            </a:extLst>
          </p:cNvPr>
          <p:cNvSpPr>
            <a:spLocks noGrp="1"/>
          </p:cNvSpPr>
          <p:nvPr>
            <p:ph type="body" sz="quarter" idx="13" hasCustomPrompt="1"/>
          </p:nvPr>
        </p:nvSpPr>
        <p:spPr>
          <a:xfrm>
            <a:off x="584200" y="1100133"/>
            <a:ext cx="6598656"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10" name="Picture Placeholder 19">
            <a:extLst>
              <a:ext uri="{FF2B5EF4-FFF2-40B4-BE49-F238E27FC236}">
                <a16:creationId xmlns:a16="http://schemas.microsoft.com/office/drawing/2014/main" id="{E54C158C-EC3F-E8C5-D15F-5F2F7BEEE772}"/>
              </a:ext>
            </a:extLst>
          </p:cNvPr>
          <p:cNvSpPr>
            <a:spLocks noGrp="1"/>
          </p:cNvSpPr>
          <p:nvPr>
            <p:ph type="pic" sz="quarter" idx="16"/>
          </p:nvPr>
        </p:nvSpPr>
        <p:spPr>
          <a:xfrm>
            <a:off x="7670433" y="700166"/>
            <a:ext cx="3990184" cy="2565584"/>
          </a:xfrm>
          <a:prstGeom prst="rect">
            <a:avLst/>
          </a:prstGeom>
          <a:noFill/>
        </p:spPr>
        <p:txBody>
          <a:bodyPr/>
          <a:lstStyle>
            <a:lvl1pPr>
              <a:defRPr>
                <a:noFill/>
              </a:defRPr>
            </a:lvl1pPr>
          </a:lstStyle>
          <a:p>
            <a:endParaRPr lang="en-US"/>
          </a:p>
        </p:txBody>
      </p:sp>
      <p:sp>
        <p:nvSpPr>
          <p:cNvPr id="11" name="Picture Placeholder 21">
            <a:extLst>
              <a:ext uri="{FF2B5EF4-FFF2-40B4-BE49-F238E27FC236}">
                <a16:creationId xmlns:a16="http://schemas.microsoft.com/office/drawing/2014/main" id="{AD685AA1-49CD-2C19-E78A-DBAB103671B5}"/>
              </a:ext>
            </a:extLst>
          </p:cNvPr>
          <p:cNvSpPr>
            <a:spLocks noGrp="1"/>
          </p:cNvSpPr>
          <p:nvPr>
            <p:ph type="pic" sz="quarter" idx="17"/>
          </p:nvPr>
        </p:nvSpPr>
        <p:spPr>
          <a:xfrm>
            <a:off x="7670433" y="3471862"/>
            <a:ext cx="3990184" cy="2597045"/>
          </a:xfrm>
          <a:prstGeom prst="rect">
            <a:avLst/>
          </a:prstGeom>
        </p:spPr>
        <p:txBody>
          <a:bodyPr/>
          <a:lstStyle>
            <a:lvl1pPr>
              <a:defRPr>
                <a:noFill/>
              </a:defRPr>
            </a:lvl1pPr>
          </a:lstStyle>
          <a:p>
            <a:endParaRPr lang="en-US"/>
          </a:p>
        </p:txBody>
      </p:sp>
      <p:pic>
        <p:nvPicPr>
          <p:cNvPr id="12" name="Picture 11" descr="A black background with yellow lines&#10;&#10;AI-generated content may be incorrect.">
            <a:extLst>
              <a:ext uri="{FF2B5EF4-FFF2-40B4-BE49-F238E27FC236}">
                <a16:creationId xmlns:a16="http://schemas.microsoft.com/office/drawing/2014/main" id="{61D70504-8D84-D733-C51D-A28D9FA8BF6A}"/>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23131506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5" name="Picture 4" descr="A graph paper with a black background&#10;&#10;AI-generated content may be incorrect.">
            <a:extLst>
              <a:ext uri="{FF2B5EF4-FFF2-40B4-BE49-F238E27FC236}">
                <a16:creationId xmlns:a16="http://schemas.microsoft.com/office/drawing/2014/main" id="{2A79632D-C44C-5E93-ED5B-63E61FA1ECF9}"/>
              </a:ext>
            </a:extLst>
          </p:cNvPr>
          <p:cNvPicPr/>
          <p:nvPr userDrawn="1"/>
        </p:nvPicPr>
        <p:blipFill>
          <a:blip r:embed="rId2"/>
          <a:srcRect t="53308" r="30265"/>
          <a:stretch/>
        </p:blipFill>
        <p:spPr>
          <a:xfrm>
            <a:off x="4639655" y="0"/>
            <a:ext cx="7569241" cy="5671569"/>
          </a:xfrm>
          <a:prstGeom prst="rect">
            <a:avLst/>
          </a:prstGeom>
        </p:spPr>
      </p:pic>
      <p:sp>
        <p:nvSpPr>
          <p:cNvPr id="12" name="Title 1">
            <a:extLst>
              <a:ext uri="{FF2B5EF4-FFF2-40B4-BE49-F238E27FC236}">
                <a16:creationId xmlns:a16="http://schemas.microsoft.com/office/drawing/2014/main" id="{A005D97C-580F-2AEC-2236-E56B65BC9FFD}"/>
              </a:ext>
            </a:extLst>
          </p:cNvPr>
          <p:cNvSpPr>
            <a:spLocks noGrp="1"/>
          </p:cNvSpPr>
          <p:nvPr>
            <p:ph type="title" hasCustomPrompt="1"/>
          </p:nvPr>
        </p:nvSpPr>
        <p:spPr>
          <a:xfrm>
            <a:off x="584202" y="647527"/>
            <a:ext cx="5252930" cy="464608"/>
          </a:xfrm>
        </p:spPr>
        <p:txBody>
          <a:bodyPr>
            <a:noAutofit/>
          </a:bodyPr>
          <a:lstStyle/>
          <a:p>
            <a:r>
              <a:rPr lang="en-US"/>
              <a:t>TITLE HERE</a:t>
            </a:r>
          </a:p>
        </p:txBody>
      </p:sp>
      <p:sp>
        <p:nvSpPr>
          <p:cNvPr id="13" name="Content Placeholder 2">
            <a:extLst>
              <a:ext uri="{FF2B5EF4-FFF2-40B4-BE49-F238E27FC236}">
                <a16:creationId xmlns:a16="http://schemas.microsoft.com/office/drawing/2014/main" id="{13E23F90-1AA3-447D-DC16-4A2CC2022A9A}"/>
              </a:ext>
            </a:extLst>
          </p:cNvPr>
          <p:cNvSpPr>
            <a:spLocks noGrp="1"/>
          </p:cNvSpPr>
          <p:nvPr>
            <p:ph sz="half" idx="1" hasCustomPrompt="1"/>
          </p:nvPr>
        </p:nvSpPr>
        <p:spPr>
          <a:xfrm>
            <a:off x="584200" y="1761457"/>
            <a:ext cx="5252929" cy="3932242"/>
          </a:xfrm>
          <a:prstGeom prst="rect">
            <a:avLst/>
          </a:prstGeom>
        </p:spPr>
        <p:txBody>
          <a:bodyPr>
            <a:noAutofit/>
          </a:bodyPr>
          <a:lstStyle/>
          <a:p>
            <a:r>
              <a:rPr lang="en-US">
                <a:effectLst/>
                <a:latin typeface="Proxima Nova Rg"/>
              </a:rPr>
              <a:t>Content goes here</a:t>
            </a:r>
          </a:p>
        </p:txBody>
      </p:sp>
      <p:sp>
        <p:nvSpPr>
          <p:cNvPr id="14" name="Text Placeholder 10">
            <a:extLst>
              <a:ext uri="{FF2B5EF4-FFF2-40B4-BE49-F238E27FC236}">
                <a16:creationId xmlns:a16="http://schemas.microsoft.com/office/drawing/2014/main" id="{BE665C9E-6173-5502-69A0-53510975CB72}"/>
              </a:ext>
            </a:extLst>
          </p:cNvPr>
          <p:cNvSpPr>
            <a:spLocks noGrp="1"/>
          </p:cNvSpPr>
          <p:nvPr>
            <p:ph type="body" sz="quarter" idx="13" hasCustomPrompt="1"/>
          </p:nvPr>
        </p:nvSpPr>
        <p:spPr>
          <a:xfrm>
            <a:off x="584200" y="1100133"/>
            <a:ext cx="5252929"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20" name="Picture Placeholder 19">
            <a:extLst>
              <a:ext uri="{FF2B5EF4-FFF2-40B4-BE49-F238E27FC236}">
                <a16:creationId xmlns:a16="http://schemas.microsoft.com/office/drawing/2014/main" id="{67FC8DF4-7677-2F63-3D46-F5345964C728}"/>
              </a:ext>
            </a:extLst>
          </p:cNvPr>
          <p:cNvSpPr>
            <a:spLocks noGrp="1"/>
          </p:cNvSpPr>
          <p:nvPr>
            <p:ph type="pic" sz="quarter" idx="14"/>
          </p:nvPr>
        </p:nvSpPr>
        <p:spPr>
          <a:xfrm>
            <a:off x="6289470" y="2266950"/>
            <a:ext cx="2531836" cy="3618461"/>
          </a:xfrm>
          <a:prstGeom prst="rect">
            <a:avLst/>
          </a:prstGeom>
        </p:spPr>
        <p:txBody>
          <a:bodyPr/>
          <a:lstStyle/>
          <a:p>
            <a:endParaRPr lang="en-US"/>
          </a:p>
        </p:txBody>
      </p:sp>
      <p:sp>
        <p:nvSpPr>
          <p:cNvPr id="22" name="Picture Placeholder 21">
            <a:extLst>
              <a:ext uri="{FF2B5EF4-FFF2-40B4-BE49-F238E27FC236}">
                <a16:creationId xmlns:a16="http://schemas.microsoft.com/office/drawing/2014/main" id="{38C7319A-022E-E871-88B6-A72F7C611951}"/>
              </a:ext>
            </a:extLst>
          </p:cNvPr>
          <p:cNvSpPr>
            <a:spLocks noGrp="1"/>
          </p:cNvSpPr>
          <p:nvPr>
            <p:ph type="pic" sz="quarter" idx="15"/>
          </p:nvPr>
        </p:nvSpPr>
        <p:spPr>
          <a:xfrm>
            <a:off x="9005456" y="693906"/>
            <a:ext cx="2665379" cy="3132307"/>
          </a:xfrm>
          <a:prstGeom prst="rect">
            <a:avLst/>
          </a:prstGeom>
        </p:spPr>
        <p:txBody>
          <a:bodyPr/>
          <a:lstStyle/>
          <a:p>
            <a:endParaRPr lang="en-US"/>
          </a:p>
        </p:txBody>
      </p:sp>
      <p:sp>
        <p:nvSpPr>
          <p:cNvPr id="28" name="Picture Placeholder 21">
            <a:extLst>
              <a:ext uri="{FF2B5EF4-FFF2-40B4-BE49-F238E27FC236}">
                <a16:creationId xmlns:a16="http://schemas.microsoft.com/office/drawing/2014/main" id="{44B307C1-92A2-00A3-10C8-382E26CE816A}"/>
              </a:ext>
            </a:extLst>
          </p:cNvPr>
          <p:cNvSpPr>
            <a:spLocks noGrp="1"/>
          </p:cNvSpPr>
          <p:nvPr>
            <p:ph type="pic" sz="quarter" idx="18"/>
          </p:nvPr>
        </p:nvSpPr>
        <p:spPr>
          <a:xfrm>
            <a:off x="8998644" y="4020528"/>
            <a:ext cx="2682582" cy="1864884"/>
          </a:xfrm>
          <a:prstGeom prst="rect">
            <a:avLst/>
          </a:prstGeom>
        </p:spPr>
        <p:txBody>
          <a:bodyPr/>
          <a:lstStyle>
            <a:lvl1pPr>
              <a:defRPr>
                <a:noFill/>
              </a:defRPr>
            </a:lvl1pPr>
          </a:lstStyle>
          <a:p>
            <a:endParaRPr lang="en-US"/>
          </a:p>
        </p:txBody>
      </p:sp>
      <p:sp>
        <p:nvSpPr>
          <p:cNvPr id="30" name="Text Placeholder 29">
            <a:extLst>
              <a:ext uri="{FF2B5EF4-FFF2-40B4-BE49-F238E27FC236}">
                <a16:creationId xmlns:a16="http://schemas.microsoft.com/office/drawing/2014/main" id="{1E32081A-4413-64E9-4CA5-A9E42C0C6078}"/>
              </a:ext>
            </a:extLst>
          </p:cNvPr>
          <p:cNvSpPr>
            <a:spLocks noGrp="1"/>
          </p:cNvSpPr>
          <p:nvPr>
            <p:ph type="body" sz="quarter" idx="19"/>
          </p:nvPr>
        </p:nvSpPr>
        <p:spPr>
          <a:xfrm>
            <a:off x="6289244" y="693738"/>
            <a:ext cx="2531836" cy="1409700"/>
          </a:xfrm>
          <a:prstGeom prst="rect">
            <a:avLst/>
          </a:prstGeom>
        </p:spPr>
        <p:txBody>
          <a:bodyPr anchor="ctr">
            <a:noAutofit/>
          </a:bodyPr>
          <a:lstStyle>
            <a:lvl1pPr>
              <a:defRPr lang="en-US" sz="800" b="0" i="1" kern="1200" dirty="0">
                <a:solidFill>
                  <a:schemeClr val="bg1"/>
                </a:solidFill>
                <a:latin typeface="+mn-lt"/>
                <a:ea typeface="+mn-ea"/>
                <a:cs typeface="+mn-cs"/>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 name="Freeform 1">
            <a:extLst>
              <a:ext uri="{FF2B5EF4-FFF2-40B4-BE49-F238E27FC236}">
                <a16:creationId xmlns:a16="http://schemas.microsoft.com/office/drawing/2014/main" id="{66BF0D65-8572-C5B5-D234-93BEF096311E}"/>
              </a:ext>
            </a:extLst>
          </p:cNvPr>
          <p:cNvSpPr/>
          <p:nvPr userDrawn="1"/>
        </p:nvSpPr>
        <p:spPr>
          <a:xfrm>
            <a:off x="6283081" y="693906"/>
            <a:ext cx="2538225" cy="1355835"/>
          </a:xfrm>
          <a:custGeom>
            <a:avLst/>
            <a:gdLst>
              <a:gd name="connsiteX0" fmla="*/ 151349 w 2528789"/>
              <a:gd name="connsiteY0" fmla="*/ 0 h 1412590"/>
              <a:gd name="connsiteX1" fmla="*/ 0 w 2528789"/>
              <a:gd name="connsiteY1" fmla="*/ 189186 h 1412590"/>
              <a:gd name="connsiteX2" fmla="*/ 12613 w 2528789"/>
              <a:gd name="connsiteY2" fmla="*/ 1248629 h 1412590"/>
              <a:gd name="connsiteX3" fmla="*/ 176574 w 2528789"/>
              <a:gd name="connsiteY3" fmla="*/ 1406284 h 1412590"/>
              <a:gd name="connsiteX4" fmla="*/ 2434196 w 2528789"/>
              <a:gd name="connsiteY4" fmla="*/ 1412590 h 1412590"/>
              <a:gd name="connsiteX5" fmla="*/ 2522483 w 2528789"/>
              <a:gd name="connsiteY5" fmla="*/ 1236016 h 1412590"/>
              <a:gd name="connsiteX6" fmla="*/ 2528789 w 2528789"/>
              <a:gd name="connsiteY6" fmla="*/ 151349 h 1412590"/>
              <a:gd name="connsiteX7" fmla="*/ 2377440 w 2528789"/>
              <a:gd name="connsiteY7" fmla="*/ 6306 h 1412590"/>
              <a:gd name="connsiteX8" fmla="*/ 151349 w 2528789"/>
              <a:gd name="connsiteY8" fmla="*/ 0 h 1412590"/>
              <a:gd name="connsiteX0" fmla="*/ 138736 w 2516176"/>
              <a:gd name="connsiteY0" fmla="*/ 0 h 1412590"/>
              <a:gd name="connsiteX1" fmla="*/ 372066 w 2516176"/>
              <a:gd name="connsiteY1" fmla="*/ 504497 h 1412590"/>
              <a:gd name="connsiteX2" fmla="*/ 0 w 2516176"/>
              <a:gd name="connsiteY2" fmla="*/ 1248629 h 1412590"/>
              <a:gd name="connsiteX3" fmla="*/ 163961 w 2516176"/>
              <a:gd name="connsiteY3" fmla="*/ 1406284 h 1412590"/>
              <a:gd name="connsiteX4" fmla="*/ 2421583 w 2516176"/>
              <a:gd name="connsiteY4" fmla="*/ 1412590 h 1412590"/>
              <a:gd name="connsiteX5" fmla="*/ 2509870 w 2516176"/>
              <a:gd name="connsiteY5" fmla="*/ 1236016 h 1412590"/>
              <a:gd name="connsiteX6" fmla="*/ 2516176 w 2516176"/>
              <a:gd name="connsiteY6" fmla="*/ 151349 h 1412590"/>
              <a:gd name="connsiteX7" fmla="*/ 2364827 w 2516176"/>
              <a:gd name="connsiteY7" fmla="*/ 6306 h 1412590"/>
              <a:gd name="connsiteX8" fmla="*/ 138736 w 2516176"/>
              <a:gd name="connsiteY8" fmla="*/ 0 h 1412590"/>
              <a:gd name="connsiteX0" fmla="*/ 145042 w 2522482"/>
              <a:gd name="connsiteY0" fmla="*/ 0 h 1412590"/>
              <a:gd name="connsiteX1" fmla="*/ 0 w 2522482"/>
              <a:gd name="connsiteY1" fmla="*/ 245943 h 1412590"/>
              <a:gd name="connsiteX2" fmla="*/ 6306 w 2522482"/>
              <a:gd name="connsiteY2" fmla="*/ 1248629 h 1412590"/>
              <a:gd name="connsiteX3" fmla="*/ 170267 w 2522482"/>
              <a:gd name="connsiteY3" fmla="*/ 1406284 h 1412590"/>
              <a:gd name="connsiteX4" fmla="*/ 2427889 w 2522482"/>
              <a:gd name="connsiteY4" fmla="*/ 1412590 h 1412590"/>
              <a:gd name="connsiteX5" fmla="*/ 2516176 w 2522482"/>
              <a:gd name="connsiteY5" fmla="*/ 1236016 h 1412590"/>
              <a:gd name="connsiteX6" fmla="*/ 2522482 w 2522482"/>
              <a:gd name="connsiteY6" fmla="*/ 151349 h 1412590"/>
              <a:gd name="connsiteX7" fmla="*/ 2371133 w 2522482"/>
              <a:gd name="connsiteY7" fmla="*/ 6306 h 1412590"/>
              <a:gd name="connsiteX8" fmla="*/ 145042 w 2522482"/>
              <a:gd name="connsiteY8" fmla="*/ 0 h 1412590"/>
              <a:gd name="connsiteX0" fmla="*/ 605395 w 2522482"/>
              <a:gd name="connsiteY0" fmla="*/ 258555 h 1406284"/>
              <a:gd name="connsiteX1" fmla="*/ 0 w 2522482"/>
              <a:gd name="connsiteY1" fmla="*/ 239637 h 1406284"/>
              <a:gd name="connsiteX2" fmla="*/ 6306 w 2522482"/>
              <a:gd name="connsiteY2" fmla="*/ 1242323 h 1406284"/>
              <a:gd name="connsiteX3" fmla="*/ 170267 w 2522482"/>
              <a:gd name="connsiteY3" fmla="*/ 1399978 h 1406284"/>
              <a:gd name="connsiteX4" fmla="*/ 2427889 w 2522482"/>
              <a:gd name="connsiteY4" fmla="*/ 1406284 h 1406284"/>
              <a:gd name="connsiteX5" fmla="*/ 2516176 w 2522482"/>
              <a:gd name="connsiteY5" fmla="*/ 1229710 h 1406284"/>
              <a:gd name="connsiteX6" fmla="*/ 2522482 w 2522482"/>
              <a:gd name="connsiteY6" fmla="*/ 145043 h 1406284"/>
              <a:gd name="connsiteX7" fmla="*/ 2371133 w 2522482"/>
              <a:gd name="connsiteY7" fmla="*/ 0 h 1406284"/>
              <a:gd name="connsiteX8" fmla="*/ 605395 w 2522482"/>
              <a:gd name="connsiteY8" fmla="*/ 258555 h 1406284"/>
              <a:gd name="connsiteX0" fmla="*/ 605395 w 2522482"/>
              <a:gd name="connsiteY0" fmla="*/ 258555 h 1406284"/>
              <a:gd name="connsiteX1" fmla="*/ 0 w 2522482"/>
              <a:gd name="connsiteY1" fmla="*/ 239637 h 1406284"/>
              <a:gd name="connsiteX2" fmla="*/ 25225 w 2522482"/>
              <a:gd name="connsiteY2" fmla="*/ 889176 h 1406284"/>
              <a:gd name="connsiteX3" fmla="*/ 170267 w 2522482"/>
              <a:gd name="connsiteY3" fmla="*/ 1399978 h 1406284"/>
              <a:gd name="connsiteX4" fmla="*/ 2427889 w 2522482"/>
              <a:gd name="connsiteY4" fmla="*/ 1406284 h 1406284"/>
              <a:gd name="connsiteX5" fmla="*/ 2516176 w 2522482"/>
              <a:gd name="connsiteY5" fmla="*/ 1229710 h 1406284"/>
              <a:gd name="connsiteX6" fmla="*/ 2522482 w 2522482"/>
              <a:gd name="connsiteY6" fmla="*/ 145043 h 1406284"/>
              <a:gd name="connsiteX7" fmla="*/ 2371133 w 2522482"/>
              <a:gd name="connsiteY7" fmla="*/ 0 h 1406284"/>
              <a:gd name="connsiteX8" fmla="*/ 605395 w 2522482"/>
              <a:gd name="connsiteY8" fmla="*/ 258555 h 1406284"/>
              <a:gd name="connsiteX0" fmla="*/ 618007 w 2535094"/>
              <a:gd name="connsiteY0" fmla="*/ 258555 h 1406284"/>
              <a:gd name="connsiteX1" fmla="*/ 12612 w 2535094"/>
              <a:gd name="connsiteY1" fmla="*/ 239637 h 1406284"/>
              <a:gd name="connsiteX2" fmla="*/ 0 w 2535094"/>
              <a:gd name="connsiteY2" fmla="*/ 1084668 h 1406284"/>
              <a:gd name="connsiteX3" fmla="*/ 182879 w 2535094"/>
              <a:gd name="connsiteY3" fmla="*/ 1399978 h 1406284"/>
              <a:gd name="connsiteX4" fmla="*/ 2440501 w 2535094"/>
              <a:gd name="connsiteY4" fmla="*/ 1406284 h 1406284"/>
              <a:gd name="connsiteX5" fmla="*/ 2528788 w 2535094"/>
              <a:gd name="connsiteY5" fmla="*/ 1229710 h 1406284"/>
              <a:gd name="connsiteX6" fmla="*/ 2535094 w 2535094"/>
              <a:gd name="connsiteY6" fmla="*/ 145043 h 1406284"/>
              <a:gd name="connsiteX7" fmla="*/ 2383745 w 2535094"/>
              <a:gd name="connsiteY7" fmla="*/ 0 h 1406284"/>
              <a:gd name="connsiteX8" fmla="*/ 618007 w 2535094"/>
              <a:gd name="connsiteY8" fmla="*/ 258555 h 1406284"/>
              <a:gd name="connsiteX0" fmla="*/ 618007 w 2535094"/>
              <a:gd name="connsiteY0" fmla="*/ 258555 h 1406284"/>
              <a:gd name="connsiteX1" fmla="*/ 12612 w 2535094"/>
              <a:gd name="connsiteY1" fmla="*/ 239637 h 1406284"/>
              <a:gd name="connsiteX2" fmla="*/ 0 w 2535094"/>
              <a:gd name="connsiteY2" fmla="*/ 1084668 h 1406284"/>
              <a:gd name="connsiteX3" fmla="*/ 687375 w 2535094"/>
              <a:gd name="connsiteY3" fmla="*/ 1021606 h 1406284"/>
              <a:gd name="connsiteX4" fmla="*/ 2440501 w 2535094"/>
              <a:gd name="connsiteY4" fmla="*/ 1406284 h 1406284"/>
              <a:gd name="connsiteX5" fmla="*/ 2528788 w 2535094"/>
              <a:gd name="connsiteY5" fmla="*/ 1229710 h 1406284"/>
              <a:gd name="connsiteX6" fmla="*/ 2535094 w 2535094"/>
              <a:gd name="connsiteY6" fmla="*/ 145043 h 1406284"/>
              <a:gd name="connsiteX7" fmla="*/ 2383745 w 2535094"/>
              <a:gd name="connsiteY7" fmla="*/ 0 h 1406284"/>
              <a:gd name="connsiteX8" fmla="*/ 618007 w 2535094"/>
              <a:gd name="connsiteY8" fmla="*/ 258555 h 1406284"/>
              <a:gd name="connsiteX0" fmla="*/ 618007 w 2535094"/>
              <a:gd name="connsiteY0" fmla="*/ 258555 h 1229710"/>
              <a:gd name="connsiteX1" fmla="*/ 12612 w 2535094"/>
              <a:gd name="connsiteY1" fmla="*/ 239637 h 1229710"/>
              <a:gd name="connsiteX2" fmla="*/ 0 w 2535094"/>
              <a:gd name="connsiteY2" fmla="*/ 1084668 h 1229710"/>
              <a:gd name="connsiteX3" fmla="*/ 687375 w 2535094"/>
              <a:gd name="connsiteY3" fmla="*/ 1021606 h 1229710"/>
              <a:gd name="connsiteX4" fmla="*/ 1835105 w 2535094"/>
              <a:gd name="connsiteY4" fmla="*/ 1034217 h 1229710"/>
              <a:gd name="connsiteX5" fmla="*/ 2528788 w 2535094"/>
              <a:gd name="connsiteY5" fmla="*/ 1229710 h 1229710"/>
              <a:gd name="connsiteX6" fmla="*/ 2535094 w 2535094"/>
              <a:gd name="connsiteY6" fmla="*/ 145043 h 1229710"/>
              <a:gd name="connsiteX7" fmla="*/ 2383745 w 2535094"/>
              <a:gd name="connsiteY7" fmla="*/ 0 h 1229710"/>
              <a:gd name="connsiteX8" fmla="*/ 618007 w 2535094"/>
              <a:gd name="connsiteY8" fmla="*/ 258555 h 1229710"/>
              <a:gd name="connsiteX0" fmla="*/ 618007 w 2535094"/>
              <a:gd name="connsiteY0" fmla="*/ 258555 h 1084668"/>
              <a:gd name="connsiteX1" fmla="*/ 12612 w 2535094"/>
              <a:gd name="connsiteY1" fmla="*/ 239637 h 1084668"/>
              <a:gd name="connsiteX2" fmla="*/ 0 w 2535094"/>
              <a:gd name="connsiteY2" fmla="*/ 1084668 h 1084668"/>
              <a:gd name="connsiteX3" fmla="*/ 687375 w 2535094"/>
              <a:gd name="connsiteY3" fmla="*/ 1021606 h 1084668"/>
              <a:gd name="connsiteX4" fmla="*/ 1835105 w 2535094"/>
              <a:gd name="connsiteY4" fmla="*/ 1034217 h 1084668"/>
              <a:gd name="connsiteX5" fmla="*/ 2415277 w 2535094"/>
              <a:gd name="connsiteY5" fmla="*/ 983768 h 1084668"/>
              <a:gd name="connsiteX6" fmla="*/ 2535094 w 2535094"/>
              <a:gd name="connsiteY6" fmla="*/ 145043 h 1084668"/>
              <a:gd name="connsiteX7" fmla="*/ 2383745 w 2535094"/>
              <a:gd name="connsiteY7" fmla="*/ 0 h 1084668"/>
              <a:gd name="connsiteX8" fmla="*/ 618007 w 2535094"/>
              <a:gd name="connsiteY8" fmla="*/ 258555 h 1084668"/>
              <a:gd name="connsiteX0" fmla="*/ 618007 w 2535095"/>
              <a:gd name="connsiteY0" fmla="*/ 258555 h 1103586"/>
              <a:gd name="connsiteX1" fmla="*/ 12612 w 2535095"/>
              <a:gd name="connsiteY1" fmla="*/ 239637 h 1103586"/>
              <a:gd name="connsiteX2" fmla="*/ 0 w 2535095"/>
              <a:gd name="connsiteY2" fmla="*/ 1084668 h 1103586"/>
              <a:gd name="connsiteX3" fmla="*/ 687375 w 2535095"/>
              <a:gd name="connsiteY3" fmla="*/ 1021606 h 1103586"/>
              <a:gd name="connsiteX4" fmla="*/ 1835105 w 2535095"/>
              <a:gd name="connsiteY4" fmla="*/ 1034217 h 1103586"/>
              <a:gd name="connsiteX5" fmla="*/ 2535095 w 2535095"/>
              <a:gd name="connsiteY5" fmla="*/ 1103586 h 1103586"/>
              <a:gd name="connsiteX6" fmla="*/ 2535094 w 2535095"/>
              <a:gd name="connsiteY6" fmla="*/ 145043 h 1103586"/>
              <a:gd name="connsiteX7" fmla="*/ 2383745 w 2535095"/>
              <a:gd name="connsiteY7" fmla="*/ 0 h 1103586"/>
              <a:gd name="connsiteX8" fmla="*/ 618007 w 2535095"/>
              <a:gd name="connsiteY8" fmla="*/ 258555 h 1103586"/>
              <a:gd name="connsiteX0" fmla="*/ 618007 w 2535095"/>
              <a:gd name="connsiteY0" fmla="*/ 113512 h 958543"/>
              <a:gd name="connsiteX1" fmla="*/ 12612 w 2535095"/>
              <a:gd name="connsiteY1" fmla="*/ 94594 h 958543"/>
              <a:gd name="connsiteX2" fmla="*/ 0 w 2535095"/>
              <a:gd name="connsiteY2" fmla="*/ 939625 h 958543"/>
              <a:gd name="connsiteX3" fmla="*/ 687375 w 2535095"/>
              <a:gd name="connsiteY3" fmla="*/ 876563 h 958543"/>
              <a:gd name="connsiteX4" fmla="*/ 1835105 w 2535095"/>
              <a:gd name="connsiteY4" fmla="*/ 889174 h 958543"/>
              <a:gd name="connsiteX5" fmla="*/ 2535095 w 2535095"/>
              <a:gd name="connsiteY5" fmla="*/ 958543 h 958543"/>
              <a:gd name="connsiteX6" fmla="*/ 2535094 w 2535095"/>
              <a:gd name="connsiteY6" fmla="*/ 0 h 958543"/>
              <a:gd name="connsiteX7" fmla="*/ 1872942 w 2535095"/>
              <a:gd name="connsiteY7" fmla="*/ 6306 h 958543"/>
              <a:gd name="connsiteX8" fmla="*/ 618007 w 2535095"/>
              <a:gd name="connsiteY8" fmla="*/ 113512 h 958543"/>
              <a:gd name="connsiteX0" fmla="*/ 618007 w 2535095"/>
              <a:gd name="connsiteY0" fmla="*/ 107206 h 952237"/>
              <a:gd name="connsiteX1" fmla="*/ 12612 w 2535095"/>
              <a:gd name="connsiteY1" fmla="*/ 88288 h 952237"/>
              <a:gd name="connsiteX2" fmla="*/ 0 w 2535095"/>
              <a:gd name="connsiteY2" fmla="*/ 933319 h 952237"/>
              <a:gd name="connsiteX3" fmla="*/ 687375 w 2535095"/>
              <a:gd name="connsiteY3" fmla="*/ 870257 h 952237"/>
              <a:gd name="connsiteX4" fmla="*/ 1835105 w 2535095"/>
              <a:gd name="connsiteY4" fmla="*/ 882868 h 952237"/>
              <a:gd name="connsiteX5" fmla="*/ 2535095 w 2535095"/>
              <a:gd name="connsiteY5" fmla="*/ 952237 h 952237"/>
              <a:gd name="connsiteX6" fmla="*/ 2169334 w 2535095"/>
              <a:gd name="connsiteY6" fmla="*/ 252248 h 952237"/>
              <a:gd name="connsiteX7" fmla="*/ 1872942 w 2535095"/>
              <a:gd name="connsiteY7" fmla="*/ 0 h 952237"/>
              <a:gd name="connsiteX8" fmla="*/ 618007 w 2535095"/>
              <a:gd name="connsiteY8" fmla="*/ 107206 h 952237"/>
              <a:gd name="connsiteX0" fmla="*/ 618007 w 2541400"/>
              <a:gd name="connsiteY0" fmla="*/ 107206 h 952237"/>
              <a:gd name="connsiteX1" fmla="*/ 12612 w 2541400"/>
              <a:gd name="connsiteY1" fmla="*/ 88288 h 952237"/>
              <a:gd name="connsiteX2" fmla="*/ 0 w 2541400"/>
              <a:gd name="connsiteY2" fmla="*/ 933319 h 952237"/>
              <a:gd name="connsiteX3" fmla="*/ 687375 w 2541400"/>
              <a:gd name="connsiteY3" fmla="*/ 870257 h 952237"/>
              <a:gd name="connsiteX4" fmla="*/ 1835105 w 2541400"/>
              <a:gd name="connsiteY4" fmla="*/ 882868 h 952237"/>
              <a:gd name="connsiteX5" fmla="*/ 2535095 w 2541400"/>
              <a:gd name="connsiteY5" fmla="*/ 952237 h 952237"/>
              <a:gd name="connsiteX6" fmla="*/ 2541400 w 2541400"/>
              <a:gd name="connsiteY6" fmla="*/ 119818 h 952237"/>
              <a:gd name="connsiteX7" fmla="*/ 1872942 w 2541400"/>
              <a:gd name="connsiteY7" fmla="*/ 0 h 952237"/>
              <a:gd name="connsiteX8" fmla="*/ 618007 w 2541400"/>
              <a:gd name="connsiteY8" fmla="*/ 107206 h 952237"/>
              <a:gd name="connsiteX0" fmla="*/ 618007 w 2541400"/>
              <a:gd name="connsiteY0" fmla="*/ 252249 h 1097280"/>
              <a:gd name="connsiteX1" fmla="*/ 12612 w 2541400"/>
              <a:gd name="connsiteY1" fmla="*/ 233331 h 1097280"/>
              <a:gd name="connsiteX2" fmla="*/ 0 w 2541400"/>
              <a:gd name="connsiteY2" fmla="*/ 1078362 h 1097280"/>
              <a:gd name="connsiteX3" fmla="*/ 687375 w 2541400"/>
              <a:gd name="connsiteY3" fmla="*/ 1015300 h 1097280"/>
              <a:gd name="connsiteX4" fmla="*/ 1835105 w 2541400"/>
              <a:gd name="connsiteY4" fmla="*/ 1027911 h 1097280"/>
              <a:gd name="connsiteX5" fmla="*/ 2535095 w 2541400"/>
              <a:gd name="connsiteY5" fmla="*/ 1097280 h 1097280"/>
              <a:gd name="connsiteX6" fmla="*/ 2541400 w 2541400"/>
              <a:gd name="connsiteY6" fmla="*/ 264861 h 1097280"/>
              <a:gd name="connsiteX7" fmla="*/ 2282845 w 2541400"/>
              <a:gd name="connsiteY7" fmla="*/ 0 h 1097280"/>
              <a:gd name="connsiteX8" fmla="*/ 618007 w 2541400"/>
              <a:gd name="connsiteY8" fmla="*/ 252249 h 1097280"/>
              <a:gd name="connsiteX0" fmla="*/ 258553 w 2541400"/>
              <a:gd name="connsiteY0" fmla="*/ 0 h 1103586"/>
              <a:gd name="connsiteX1" fmla="*/ 12612 w 2541400"/>
              <a:gd name="connsiteY1" fmla="*/ 239637 h 1103586"/>
              <a:gd name="connsiteX2" fmla="*/ 0 w 2541400"/>
              <a:gd name="connsiteY2" fmla="*/ 1084668 h 1103586"/>
              <a:gd name="connsiteX3" fmla="*/ 687375 w 2541400"/>
              <a:gd name="connsiteY3" fmla="*/ 1021606 h 1103586"/>
              <a:gd name="connsiteX4" fmla="*/ 1835105 w 2541400"/>
              <a:gd name="connsiteY4" fmla="*/ 1034217 h 1103586"/>
              <a:gd name="connsiteX5" fmla="*/ 2535095 w 2541400"/>
              <a:gd name="connsiteY5" fmla="*/ 1103586 h 1103586"/>
              <a:gd name="connsiteX6" fmla="*/ 2541400 w 2541400"/>
              <a:gd name="connsiteY6" fmla="*/ 271167 h 1103586"/>
              <a:gd name="connsiteX7" fmla="*/ 2282845 w 2541400"/>
              <a:gd name="connsiteY7" fmla="*/ 6306 h 1103586"/>
              <a:gd name="connsiteX8" fmla="*/ 258553 w 2541400"/>
              <a:gd name="connsiteY8" fmla="*/ 0 h 1103586"/>
              <a:gd name="connsiteX0" fmla="*/ 258553 w 2541400"/>
              <a:gd name="connsiteY0" fmla="*/ 0 h 1355835"/>
              <a:gd name="connsiteX1" fmla="*/ 12612 w 2541400"/>
              <a:gd name="connsiteY1" fmla="*/ 239637 h 1355835"/>
              <a:gd name="connsiteX2" fmla="*/ 0 w 2541400"/>
              <a:gd name="connsiteY2" fmla="*/ 1084668 h 1355835"/>
              <a:gd name="connsiteX3" fmla="*/ 264859 w 2541400"/>
              <a:gd name="connsiteY3" fmla="*/ 1355835 h 1355835"/>
              <a:gd name="connsiteX4" fmla="*/ 1835105 w 2541400"/>
              <a:gd name="connsiteY4" fmla="*/ 1034217 h 1355835"/>
              <a:gd name="connsiteX5" fmla="*/ 2535095 w 2541400"/>
              <a:gd name="connsiteY5" fmla="*/ 1103586 h 1355835"/>
              <a:gd name="connsiteX6" fmla="*/ 2541400 w 2541400"/>
              <a:gd name="connsiteY6" fmla="*/ 271167 h 1355835"/>
              <a:gd name="connsiteX7" fmla="*/ 2282845 w 2541400"/>
              <a:gd name="connsiteY7" fmla="*/ 6306 h 1355835"/>
              <a:gd name="connsiteX8" fmla="*/ 258553 w 2541400"/>
              <a:gd name="connsiteY8" fmla="*/ 0 h 1355835"/>
              <a:gd name="connsiteX0" fmla="*/ 258553 w 2541400"/>
              <a:gd name="connsiteY0" fmla="*/ 0 h 1355835"/>
              <a:gd name="connsiteX1" fmla="*/ 12612 w 2541400"/>
              <a:gd name="connsiteY1" fmla="*/ 239637 h 1355835"/>
              <a:gd name="connsiteX2" fmla="*/ 0 w 2541400"/>
              <a:gd name="connsiteY2" fmla="*/ 1084668 h 1355835"/>
              <a:gd name="connsiteX3" fmla="*/ 264859 w 2541400"/>
              <a:gd name="connsiteY3" fmla="*/ 1355835 h 1355835"/>
              <a:gd name="connsiteX4" fmla="*/ 2276540 w 2541400"/>
              <a:gd name="connsiteY4" fmla="*/ 1349528 h 1355835"/>
              <a:gd name="connsiteX5" fmla="*/ 2535095 w 2541400"/>
              <a:gd name="connsiteY5" fmla="*/ 1103586 h 1355835"/>
              <a:gd name="connsiteX6" fmla="*/ 2541400 w 2541400"/>
              <a:gd name="connsiteY6" fmla="*/ 271167 h 1355835"/>
              <a:gd name="connsiteX7" fmla="*/ 2282845 w 2541400"/>
              <a:gd name="connsiteY7" fmla="*/ 6306 h 1355835"/>
              <a:gd name="connsiteX8" fmla="*/ 258553 w 2541400"/>
              <a:gd name="connsiteY8" fmla="*/ 0 h 1355835"/>
              <a:gd name="connsiteX0" fmla="*/ 258553 w 2538225"/>
              <a:gd name="connsiteY0" fmla="*/ 0 h 1355835"/>
              <a:gd name="connsiteX1" fmla="*/ 12612 w 2538225"/>
              <a:gd name="connsiteY1" fmla="*/ 239637 h 1355835"/>
              <a:gd name="connsiteX2" fmla="*/ 0 w 2538225"/>
              <a:gd name="connsiteY2" fmla="*/ 1084668 h 1355835"/>
              <a:gd name="connsiteX3" fmla="*/ 264859 w 2538225"/>
              <a:gd name="connsiteY3" fmla="*/ 1355835 h 1355835"/>
              <a:gd name="connsiteX4" fmla="*/ 2276540 w 2538225"/>
              <a:gd name="connsiteY4" fmla="*/ 1349528 h 1355835"/>
              <a:gd name="connsiteX5" fmla="*/ 2535095 w 2538225"/>
              <a:gd name="connsiteY5" fmla="*/ 1103586 h 1355835"/>
              <a:gd name="connsiteX6" fmla="*/ 2538225 w 2538225"/>
              <a:gd name="connsiteY6" fmla="*/ 248942 h 1355835"/>
              <a:gd name="connsiteX7" fmla="*/ 2282845 w 2538225"/>
              <a:gd name="connsiteY7" fmla="*/ 6306 h 1355835"/>
              <a:gd name="connsiteX8" fmla="*/ 258553 w 2538225"/>
              <a:gd name="connsiteY8" fmla="*/ 0 h 1355835"/>
              <a:gd name="connsiteX0" fmla="*/ 258553 w 2538225"/>
              <a:gd name="connsiteY0" fmla="*/ 0 h 1355835"/>
              <a:gd name="connsiteX1" fmla="*/ 3087 w 2538225"/>
              <a:gd name="connsiteY1" fmla="*/ 249162 h 1355835"/>
              <a:gd name="connsiteX2" fmla="*/ 0 w 2538225"/>
              <a:gd name="connsiteY2" fmla="*/ 1084668 h 1355835"/>
              <a:gd name="connsiteX3" fmla="*/ 264859 w 2538225"/>
              <a:gd name="connsiteY3" fmla="*/ 1355835 h 1355835"/>
              <a:gd name="connsiteX4" fmla="*/ 2276540 w 2538225"/>
              <a:gd name="connsiteY4" fmla="*/ 1349528 h 1355835"/>
              <a:gd name="connsiteX5" fmla="*/ 2535095 w 2538225"/>
              <a:gd name="connsiteY5" fmla="*/ 1103586 h 1355835"/>
              <a:gd name="connsiteX6" fmla="*/ 2538225 w 2538225"/>
              <a:gd name="connsiteY6" fmla="*/ 248942 h 1355835"/>
              <a:gd name="connsiteX7" fmla="*/ 2282845 w 2538225"/>
              <a:gd name="connsiteY7" fmla="*/ 6306 h 1355835"/>
              <a:gd name="connsiteX8" fmla="*/ 258553 w 2538225"/>
              <a:gd name="connsiteY8" fmla="*/ 0 h 135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8225" h="1355835">
                <a:moveTo>
                  <a:pt x="258553" y="0"/>
                </a:moveTo>
                <a:lnTo>
                  <a:pt x="3087" y="249162"/>
                </a:lnTo>
                <a:lnTo>
                  <a:pt x="0" y="1084668"/>
                </a:lnTo>
                <a:lnTo>
                  <a:pt x="264859" y="1355835"/>
                </a:lnTo>
                <a:lnTo>
                  <a:pt x="2276540" y="1349528"/>
                </a:lnTo>
                <a:lnTo>
                  <a:pt x="2535095" y="1103586"/>
                </a:lnTo>
                <a:cubicBezTo>
                  <a:pt x="2535095" y="784072"/>
                  <a:pt x="2538225" y="568456"/>
                  <a:pt x="2538225" y="248942"/>
                </a:cubicBezTo>
                <a:lnTo>
                  <a:pt x="2282845" y="6306"/>
                </a:lnTo>
                <a:lnTo>
                  <a:pt x="25855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ack background with yellow lines&#10;&#10;AI-generated content may be incorrect.">
            <a:extLst>
              <a:ext uri="{FF2B5EF4-FFF2-40B4-BE49-F238E27FC236}">
                <a16:creationId xmlns:a16="http://schemas.microsoft.com/office/drawing/2014/main" id="{640A77CE-9872-4C26-16E4-24D471664743}"/>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38898367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pic>
        <p:nvPicPr>
          <p:cNvPr id="4" name="Picture 3" descr="A graph paper with a black background&#10;&#10;AI-generated content may be incorrect.">
            <a:extLst>
              <a:ext uri="{FF2B5EF4-FFF2-40B4-BE49-F238E27FC236}">
                <a16:creationId xmlns:a16="http://schemas.microsoft.com/office/drawing/2014/main" id="{A4DA77A7-37ED-80F2-7771-D9DC910438F1}"/>
              </a:ext>
            </a:extLst>
          </p:cNvPr>
          <p:cNvPicPr/>
          <p:nvPr userDrawn="1"/>
        </p:nvPicPr>
        <p:blipFill>
          <a:blip r:embed="rId2"/>
          <a:srcRect t="53308" r="30265"/>
          <a:stretch/>
        </p:blipFill>
        <p:spPr>
          <a:xfrm>
            <a:off x="4639655" y="0"/>
            <a:ext cx="7569241" cy="5671569"/>
          </a:xfrm>
          <a:prstGeom prst="rect">
            <a:avLst/>
          </a:prstGeom>
        </p:spPr>
      </p:pic>
      <p:sp>
        <p:nvSpPr>
          <p:cNvPr id="11" name="Title 1">
            <a:extLst>
              <a:ext uri="{FF2B5EF4-FFF2-40B4-BE49-F238E27FC236}">
                <a16:creationId xmlns:a16="http://schemas.microsoft.com/office/drawing/2014/main" id="{0A8898C6-A58A-61EB-83D6-2940DD0C5674}"/>
              </a:ext>
            </a:extLst>
          </p:cNvPr>
          <p:cNvSpPr>
            <a:spLocks noGrp="1"/>
          </p:cNvSpPr>
          <p:nvPr>
            <p:ph type="title" hasCustomPrompt="1"/>
          </p:nvPr>
        </p:nvSpPr>
        <p:spPr>
          <a:xfrm>
            <a:off x="584202" y="647527"/>
            <a:ext cx="4870605" cy="464608"/>
          </a:xfrm>
        </p:spPr>
        <p:txBody>
          <a:bodyPr>
            <a:noAutofit/>
          </a:bodyPr>
          <a:lstStyle/>
          <a:p>
            <a:r>
              <a:rPr lang="en-US"/>
              <a:t>TITLE HERE</a:t>
            </a:r>
          </a:p>
        </p:txBody>
      </p:sp>
      <p:sp>
        <p:nvSpPr>
          <p:cNvPr id="12" name="Content Placeholder 2">
            <a:extLst>
              <a:ext uri="{FF2B5EF4-FFF2-40B4-BE49-F238E27FC236}">
                <a16:creationId xmlns:a16="http://schemas.microsoft.com/office/drawing/2014/main" id="{D081C356-3C23-4C90-E2BE-2F0DEF7973E9}"/>
              </a:ext>
            </a:extLst>
          </p:cNvPr>
          <p:cNvSpPr>
            <a:spLocks noGrp="1"/>
          </p:cNvSpPr>
          <p:nvPr>
            <p:ph sz="half" idx="1" hasCustomPrompt="1"/>
          </p:nvPr>
        </p:nvSpPr>
        <p:spPr>
          <a:xfrm>
            <a:off x="584201" y="1761457"/>
            <a:ext cx="4870604" cy="3932242"/>
          </a:xfrm>
          <a:prstGeom prst="rect">
            <a:avLst/>
          </a:prstGeom>
        </p:spPr>
        <p:txBody>
          <a:bodyPr>
            <a:noAutofit/>
          </a:bodyPr>
          <a:lstStyle/>
          <a:p>
            <a:r>
              <a:rPr lang="en-US">
                <a:effectLst/>
                <a:latin typeface="Proxima Nova Rg"/>
              </a:rPr>
              <a:t>Content goes here</a:t>
            </a:r>
          </a:p>
        </p:txBody>
      </p:sp>
      <p:sp>
        <p:nvSpPr>
          <p:cNvPr id="13" name="Text Placeholder 10">
            <a:extLst>
              <a:ext uri="{FF2B5EF4-FFF2-40B4-BE49-F238E27FC236}">
                <a16:creationId xmlns:a16="http://schemas.microsoft.com/office/drawing/2014/main" id="{0CAFDA88-6152-42F7-DEF2-DB25C138C7F7}"/>
              </a:ext>
            </a:extLst>
          </p:cNvPr>
          <p:cNvSpPr>
            <a:spLocks noGrp="1"/>
          </p:cNvSpPr>
          <p:nvPr>
            <p:ph type="body" sz="quarter" idx="13" hasCustomPrompt="1"/>
          </p:nvPr>
        </p:nvSpPr>
        <p:spPr>
          <a:xfrm>
            <a:off x="584201" y="1100133"/>
            <a:ext cx="4870604"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18" name="Picture Placeholder 21">
            <a:extLst>
              <a:ext uri="{FF2B5EF4-FFF2-40B4-BE49-F238E27FC236}">
                <a16:creationId xmlns:a16="http://schemas.microsoft.com/office/drawing/2014/main" id="{C0FB9E88-6384-AD8D-32EF-2E1DF14EB22B}"/>
              </a:ext>
            </a:extLst>
          </p:cNvPr>
          <p:cNvSpPr>
            <a:spLocks noGrp="1"/>
          </p:cNvSpPr>
          <p:nvPr>
            <p:ph type="pic" sz="quarter" idx="16"/>
          </p:nvPr>
        </p:nvSpPr>
        <p:spPr>
          <a:xfrm>
            <a:off x="8821882" y="693907"/>
            <a:ext cx="2838563" cy="2574108"/>
          </a:xfrm>
          <a:prstGeom prst="rect">
            <a:avLst/>
          </a:prstGeom>
        </p:spPr>
        <p:txBody>
          <a:bodyPr/>
          <a:lstStyle>
            <a:lvl1pPr>
              <a:defRPr>
                <a:noFill/>
              </a:defRPr>
            </a:lvl1pPr>
          </a:lstStyle>
          <a:p>
            <a:endParaRPr lang="en-US"/>
          </a:p>
        </p:txBody>
      </p:sp>
      <p:sp>
        <p:nvSpPr>
          <p:cNvPr id="21" name="Picture Placeholder 19">
            <a:extLst>
              <a:ext uri="{FF2B5EF4-FFF2-40B4-BE49-F238E27FC236}">
                <a16:creationId xmlns:a16="http://schemas.microsoft.com/office/drawing/2014/main" id="{C3889604-DF45-9D49-99D2-41425729ACBB}"/>
              </a:ext>
            </a:extLst>
          </p:cNvPr>
          <p:cNvSpPr>
            <a:spLocks noGrp="1"/>
          </p:cNvSpPr>
          <p:nvPr>
            <p:ph type="pic" sz="quarter" idx="17"/>
          </p:nvPr>
        </p:nvSpPr>
        <p:spPr>
          <a:xfrm>
            <a:off x="5881256" y="700166"/>
            <a:ext cx="2764692" cy="2574108"/>
          </a:xfrm>
          <a:prstGeom prst="rect">
            <a:avLst/>
          </a:prstGeom>
          <a:noFill/>
        </p:spPr>
        <p:txBody>
          <a:bodyPr/>
          <a:lstStyle>
            <a:lvl1pPr>
              <a:defRPr>
                <a:noFill/>
              </a:defRPr>
            </a:lvl1pPr>
          </a:lstStyle>
          <a:p>
            <a:endParaRPr lang="en-US"/>
          </a:p>
        </p:txBody>
      </p:sp>
      <p:sp>
        <p:nvSpPr>
          <p:cNvPr id="22" name="Picture Placeholder 21">
            <a:extLst>
              <a:ext uri="{FF2B5EF4-FFF2-40B4-BE49-F238E27FC236}">
                <a16:creationId xmlns:a16="http://schemas.microsoft.com/office/drawing/2014/main" id="{6F5FA01C-633C-656D-EC32-6258D32D8AD9}"/>
              </a:ext>
            </a:extLst>
          </p:cNvPr>
          <p:cNvSpPr>
            <a:spLocks noGrp="1"/>
          </p:cNvSpPr>
          <p:nvPr>
            <p:ph type="pic" sz="quarter" idx="18"/>
          </p:nvPr>
        </p:nvSpPr>
        <p:spPr>
          <a:xfrm>
            <a:off x="5881257" y="3463336"/>
            <a:ext cx="5789580" cy="2605565"/>
          </a:xfrm>
          <a:prstGeom prst="rect">
            <a:avLst/>
          </a:prstGeom>
        </p:spPr>
        <p:txBody>
          <a:bodyPr/>
          <a:lstStyle>
            <a:lvl1pPr>
              <a:defRPr>
                <a:noFill/>
              </a:defRPr>
            </a:lvl1pPr>
          </a:lstStyle>
          <a:p>
            <a:endParaRPr lang="en-US"/>
          </a:p>
        </p:txBody>
      </p:sp>
      <p:pic>
        <p:nvPicPr>
          <p:cNvPr id="5" name="Picture 4" descr="A black background with yellow lines&#10;&#10;AI-generated content may be incorrect.">
            <a:extLst>
              <a:ext uri="{FF2B5EF4-FFF2-40B4-BE49-F238E27FC236}">
                <a16:creationId xmlns:a16="http://schemas.microsoft.com/office/drawing/2014/main" id="{4B6EE804-E0C0-130C-2779-1BD6AADA7205}"/>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37954054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6AF8-C692-0B76-9B01-5FEA838F5C14}"/>
              </a:ext>
            </a:extLst>
          </p:cNvPr>
          <p:cNvSpPr>
            <a:spLocks noGrp="1"/>
          </p:cNvSpPr>
          <p:nvPr>
            <p:ph type="title" hasCustomPrompt="1"/>
          </p:nvPr>
        </p:nvSpPr>
        <p:spPr/>
        <p:txBody>
          <a:bodyPr>
            <a:noAutofit/>
          </a:bodyPr>
          <a:lstStyle/>
          <a:p>
            <a:r>
              <a:rPr lang="en-US"/>
              <a:t>TITLE HERE</a:t>
            </a:r>
          </a:p>
        </p:txBody>
      </p:sp>
      <p:sp>
        <p:nvSpPr>
          <p:cNvPr id="3" name="Content Placeholder 2">
            <a:extLst>
              <a:ext uri="{FF2B5EF4-FFF2-40B4-BE49-F238E27FC236}">
                <a16:creationId xmlns:a16="http://schemas.microsoft.com/office/drawing/2014/main" id="{5E9D2459-1123-81B4-57D3-C627841B169F}"/>
              </a:ext>
            </a:extLst>
          </p:cNvPr>
          <p:cNvSpPr>
            <a:spLocks noGrp="1"/>
          </p:cNvSpPr>
          <p:nvPr>
            <p:ph sz="half" idx="1" hasCustomPrompt="1"/>
          </p:nvPr>
        </p:nvSpPr>
        <p:spPr>
          <a:xfrm>
            <a:off x="584200" y="1761457"/>
            <a:ext cx="5181600" cy="3932242"/>
          </a:xfrm>
          <a:prstGeom prst="rect">
            <a:avLst/>
          </a:prstGeom>
        </p:spPr>
        <p:txBody>
          <a:bodyPr>
            <a:noAutofit/>
          </a:bodyPr>
          <a:lstStyle/>
          <a:p>
            <a:r>
              <a:rPr lang="en-US">
                <a:effectLst/>
                <a:latin typeface="Proxima Nova Rg"/>
              </a:rPr>
              <a:t>Content goes here</a:t>
            </a:r>
          </a:p>
        </p:txBody>
      </p:sp>
      <p:sp>
        <p:nvSpPr>
          <p:cNvPr id="8" name="Text Placeholder 10">
            <a:extLst>
              <a:ext uri="{FF2B5EF4-FFF2-40B4-BE49-F238E27FC236}">
                <a16:creationId xmlns:a16="http://schemas.microsoft.com/office/drawing/2014/main" id="{251DC9A0-90B1-9664-99EE-6E0F008CAAB5}"/>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10" name="Picture Placeholder 28">
            <a:extLst>
              <a:ext uri="{FF2B5EF4-FFF2-40B4-BE49-F238E27FC236}">
                <a16:creationId xmlns:a16="http://schemas.microsoft.com/office/drawing/2014/main" id="{1542D1FF-096F-FD99-DE42-AA912C4062E4}"/>
              </a:ext>
            </a:extLst>
          </p:cNvPr>
          <p:cNvSpPr>
            <a:spLocks noGrp="1"/>
          </p:cNvSpPr>
          <p:nvPr>
            <p:ph type="pic" sz="quarter" idx="15"/>
          </p:nvPr>
        </p:nvSpPr>
        <p:spPr>
          <a:xfrm>
            <a:off x="6455757" y="1257680"/>
            <a:ext cx="5067906" cy="4341432"/>
          </a:xfrm>
          <a:prstGeom prst="rect">
            <a:avLst/>
          </a:prstGeom>
          <a:noFill/>
        </p:spPr>
        <p:txBody>
          <a:bodyPr/>
          <a:lstStyle>
            <a:lvl1pPr>
              <a:defRPr>
                <a:noFill/>
              </a:defRPr>
            </a:lvl1pPr>
          </a:lstStyle>
          <a:p>
            <a:endParaRPr lang="en-US"/>
          </a:p>
        </p:txBody>
      </p:sp>
      <p:pic>
        <p:nvPicPr>
          <p:cNvPr id="6" name="Picture 5" descr="A graph paper with a black background&#10;&#10;AI-generated content may be incorrect.">
            <a:extLst>
              <a:ext uri="{FF2B5EF4-FFF2-40B4-BE49-F238E27FC236}">
                <a16:creationId xmlns:a16="http://schemas.microsoft.com/office/drawing/2014/main" id="{AADE2141-05F5-616A-B42E-8A3C8746F9D7}"/>
              </a:ext>
            </a:extLst>
          </p:cNvPr>
          <p:cNvPicPr/>
          <p:nvPr userDrawn="1"/>
        </p:nvPicPr>
        <p:blipFill>
          <a:blip r:embed="rId2"/>
          <a:srcRect t="53308" r="30265"/>
          <a:stretch/>
        </p:blipFill>
        <p:spPr>
          <a:xfrm>
            <a:off x="4639655" y="0"/>
            <a:ext cx="7569241" cy="5671569"/>
          </a:xfrm>
          <a:prstGeom prst="rect">
            <a:avLst/>
          </a:prstGeom>
        </p:spPr>
      </p:pic>
      <p:pic>
        <p:nvPicPr>
          <p:cNvPr id="4" name="Picture 3" descr="A black background with yellow lines&#10;&#10;AI-generated content may be incorrect.">
            <a:extLst>
              <a:ext uri="{FF2B5EF4-FFF2-40B4-BE49-F238E27FC236}">
                <a16:creationId xmlns:a16="http://schemas.microsoft.com/office/drawing/2014/main" id="{3C479385-105C-006F-45AD-99A8CEA39DA0}"/>
              </a:ext>
            </a:extLst>
          </p:cNvPr>
          <p:cNvPicPr>
            <a:picLocks noChangeAspect="1"/>
          </p:cNvPicPr>
          <p:nvPr userDrawn="1"/>
        </p:nvPicPr>
        <p:blipFill>
          <a:blip r:embed="rId3"/>
          <a:srcRect r="52820"/>
          <a:stretch/>
        </p:blipFill>
        <p:spPr>
          <a:xfrm>
            <a:off x="163171" y="6090841"/>
            <a:ext cx="1860701" cy="637884"/>
          </a:xfrm>
          <a:prstGeom prst="rect">
            <a:avLst/>
          </a:prstGeom>
        </p:spPr>
      </p:pic>
    </p:spTree>
    <p:extLst>
      <p:ext uri="{BB962C8B-B14F-4D97-AF65-F5344CB8AC3E}">
        <p14:creationId xmlns:p14="http://schemas.microsoft.com/office/powerpoint/2010/main" val="620263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descr="A graph paper with a black background&#10;&#10;AI-generated content may be incorrect.">
            <a:extLst>
              <a:ext uri="{FF2B5EF4-FFF2-40B4-BE49-F238E27FC236}">
                <a16:creationId xmlns:a16="http://schemas.microsoft.com/office/drawing/2014/main" id="{E6F0B9F4-3DE3-8200-5E7F-B24D992A8ACB}"/>
              </a:ext>
            </a:extLst>
          </p:cNvPr>
          <p:cNvPicPr/>
          <p:nvPr userDrawn="1"/>
        </p:nvPicPr>
        <p:blipFill>
          <a:blip r:embed="rId2"/>
          <a:srcRect t="53308" r="30265"/>
          <a:stretch/>
        </p:blipFill>
        <p:spPr>
          <a:xfrm>
            <a:off x="4639655" y="0"/>
            <a:ext cx="7569241" cy="5671569"/>
          </a:xfrm>
          <a:prstGeom prst="rect">
            <a:avLst/>
          </a:prstGeom>
        </p:spPr>
      </p:pic>
      <p:sp>
        <p:nvSpPr>
          <p:cNvPr id="7" name="Title 1">
            <a:extLst>
              <a:ext uri="{FF2B5EF4-FFF2-40B4-BE49-F238E27FC236}">
                <a16:creationId xmlns:a16="http://schemas.microsoft.com/office/drawing/2014/main" id="{7F025175-B578-0A42-EA38-7D0DE5F14F1A}"/>
              </a:ext>
            </a:extLst>
          </p:cNvPr>
          <p:cNvSpPr>
            <a:spLocks noGrp="1"/>
          </p:cNvSpPr>
          <p:nvPr>
            <p:ph type="title" hasCustomPrompt="1"/>
          </p:nvPr>
        </p:nvSpPr>
        <p:spPr>
          <a:xfrm>
            <a:off x="584201" y="647527"/>
            <a:ext cx="6598657" cy="464608"/>
          </a:xfrm>
        </p:spPr>
        <p:txBody>
          <a:bodyPr>
            <a:noAutofit/>
          </a:bodyPr>
          <a:lstStyle/>
          <a:p>
            <a:r>
              <a:rPr lang="en-US"/>
              <a:t>TITLE HERE</a:t>
            </a:r>
          </a:p>
        </p:txBody>
      </p:sp>
      <p:sp>
        <p:nvSpPr>
          <p:cNvPr id="8" name="Content Placeholder 2">
            <a:extLst>
              <a:ext uri="{FF2B5EF4-FFF2-40B4-BE49-F238E27FC236}">
                <a16:creationId xmlns:a16="http://schemas.microsoft.com/office/drawing/2014/main" id="{5F31689B-70D1-75DA-9BCE-23E54CF88266}"/>
              </a:ext>
            </a:extLst>
          </p:cNvPr>
          <p:cNvSpPr>
            <a:spLocks noGrp="1"/>
          </p:cNvSpPr>
          <p:nvPr>
            <p:ph sz="half" idx="1" hasCustomPrompt="1"/>
          </p:nvPr>
        </p:nvSpPr>
        <p:spPr>
          <a:xfrm>
            <a:off x="584200" y="1761457"/>
            <a:ext cx="6598656" cy="3932242"/>
          </a:xfrm>
          <a:prstGeom prst="rect">
            <a:avLst/>
          </a:prstGeom>
        </p:spPr>
        <p:txBody>
          <a:bodyPr>
            <a:noAutofit/>
          </a:bodyPr>
          <a:lstStyle/>
          <a:p>
            <a:r>
              <a:rPr lang="en-US">
                <a:effectLst/>
                <a:latin typeface="Proxima Nova Rg"/>
              </a:rPr>
              <a:t>Content goes here</a:t>
            </a:r>
          </a:p>
        </p:txBody>
      </p:sp>
      <p:sp>
        <p:nvSpPr>
          <p:cNvPr id="9" name="Text Placeholder 10">
            <a:extLst>
              <a:ext uri="{FF2B5EF4-FFF2-40B4-BE49-F238E27FC236}">
                <a16:creationId xmlns:a16="http://schemas.microsoft.com/office/drawing/2014/main" id="{FC30FE61-D068-DA56-9FB6-97F684B286CC}"/>
              </a:ext>
            </a:extLst>
          </p:cNvPr>
          <p:cNvSpPr>
            <a:spLocks noGrp="1"/>
          </p:cNvSpPr>
          <p:nvPr>
            <p:ph type="body" sz="quarter" idx="13" hasCustomPrompt="1"/>
          </p:nvPr>
        </p:nvSpPr>
        <p:spPr>
          <a:xfrm>
            <a:off x="584200" y="1100133"/>
            <a:ext cx="6598656"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10" name="Picture Placeholder 19">
            <a:extLst>
              <a:ext uri="{FF2B5EF4-FFF2-40B4-BE49-F238E27FC236}">
                <a16:creationId xmlns:a16="http://schemas.microsoft.com/office/drawing/2014/main" id="{E54C158C-EC3F-E8C5-D15F-5F2F7BEEE772}"/>
              </a:ext>
            </a:extLst>
          </p:cNvPr>
          <p:cNvSpPr>
            <a:spLocks noGrp="1"/>
          </p:cNvSpPr>
          <p:nvPr>
            <p:ph type="pic" sz="quarter" idx="16"/>
          </p:nvPr>
        </p:nvSpPr>
        <p:spPr>
          <a:xfrm>
            <a:off x="7670433" y="700166"/>
            <a:ext cx="3990184" cy="2565584"/>
          </a:xfrm>
          <a:prstGeom prst="rect">
            <a:avLst/>
          </a:prstGeom>
          <a:noFill/>
        </p:spPr>
        <p:txBody>
          <a:bodyPr/>
          <a:lstStyle>
            <a:lvl1pPr>
              <a:defRPr>
                <a:noFill/>
              </a:defRPr>
            </a:lvl1pPr>
          </a:lstStyle>
          <a:p>
            <a:endParaRPr lang="en-US"/>
          </a:p>
        </p:txBody>
      </p:sp>
      <p:sp>
        <p:nvSpPr>
          <p:cNvPr id="11" name="Picture Placeholder 21">
            <a:extLst>
              <a:ext uri="{FF2B5EF4-FFF2-40B4-BE49-F238E27FC236}">
                <a16:creationId xmlns:a16="http://schemas.microsoft.com/office/drawing/2014/main" id="{AD685AA1-49CD-2C19-E78A-DBAB103671B5}"/>
              </a:ext>
            </a:extLst>
          </p:cNvPr>
          <p:cNvSpPr>
            <a:spLocks noGrp="1"/>
          </p:cNvSpPr>
          <p:nvPr>
            <p:ph type="pic" sz="quarter" idx="17"/>
          </p:nvPr>
        </p:nvSpPr>
        <p:spPr>
          <a:xfrm>
            <a:off x="7670433" y="3471862"/>
            <a:ext cx="3990184" cy="2597045"/>
          </a:xfrm>
          <a:prstGeom prst="rect">
            <a:avLst/>
          </a:prstGeom>
        </p:spPr>
        <p:txBody>
          <a:bodyPr/>
          <a:lstStyle>
            <a:lvl1pPr>
              <a:defRPr>
                <a:noFill/>
              </a:defRPr>
            </a:lvl1pPr>
          </a:lstStyle>
          <a:p>
            <a:endParaRPr lang="en-US"/>
          </a:p>
        </p:txBody>
      </p:sp>
      <p:pic>
        <p:nvPicPr>
          <p:cNvPr id="2" name="Picture 1" descr="A black background with yellow lines&#10;&#10;AI-generated content may be incorrect.">
            <a:extLst>
              <a:ext uri="{FF2B5EF4-FFF2-40B4-BE49-F238E27FC236}">
                <a16:creationId xmlns:a16="http://schemas.microsoft.com/office/drawing/2014/main" id="{BB0D6E01-118A-3B7A-CA50-FC1C77CBDDF8}"/>
              </a:ext>
            </a:extLst>
          </p:cNvPr>
          <p:cNvPicPr>
            <a:picLocks noChangeAspect="1"/>
          </p:cNvPicPr>
          <p:nvPr userDrawn="1"/>
        </p:nvPicPr>
        <p:blipFill>
          <a:blip r:embed="rId3"/>
          <a:srcRect r="52820"/>
          <a:stretch/>
        </p:blipFill>
        <p:spPr>
          <a:xfrm>
            <a:off x="163171" y="6090841"/>
            <a:ext cx="1860701" cy="637884"/>
          </a:xfrm>
          <a:prstGeom prst="rect">
            <a:avLst/>
          </a:prstGeom>
        </p:spPr>
      </p:pic>
    </p:spTree>
    <p:extLst>
      <p:ext uri="{BB962C8B-B14F-4D97-AF65-F5344CB8AC3E}">
        <p14:creationId xmlns:p14="http://schemas.microsoft.com/office/powerpoint/2010/main" val="20818114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pic>
        <p:nvPicPr>
          <p:cNvPr id="5" name="Picture 4" descr="A graph paper with a black background&#10;&#10;AI-generated content may be incorrect.">
            <a:extLst>
              <a:ext uri="{FF2B5EF4-FFF2-40B4-BE49-F238E27FC236}">
                <a16:creationId xmlns:a16="http://schemas.microsoft.com/office/drawing/2014/main" id="{2A79632D-C44C-5E93-ED5B-63E61FA1ECF9}"/>
              </a:ext>
            </a:extLst>
          </p:cNvPr>
          <p:cNvPicPr/>
          <p:nvPr userDrawn="1"/>
        </p:nvPicPr>
        <p:blipFill>
          <a:blip r:embed="rId2"/>
          <a:srcRect t="53308" r="30265"/>
          <a:stretch/>
        </p:blipFill>
        <p:spPr>
          <a:xfrm>
            <a:off x="4639655" y="0"/>
            <a:ext cx="7569241" cy="5671569"/>
          </a:xfrm>
          <a:prstGeom prst="rect">
            <a:avLst/>
          </a:prstGeom>
        </p:spPr>
      </p:pic>
      <p:sp>
        <p:nvSpPr>
          <p:cNvPr id="12" name="Title 1">
            <a:extLst>
              <a:ext uri="{FF2B5EF4-FFF2-40B4-BE49-F238E27FC236}">
                <a16:creationId xmlns:a16="http://schemas.microsoft.com/office/drawing/2014/main" id="{A005D97C-580F-2AEC-2236-E56B65BC9FFD}"/>
              </a:ext>
            </a:extLst>
          </p:cNvPr>
          <p:cNvSpPr>
            <a:spLocks noGrp="1"/>
          </p:cNvSpPr>
          <p:nvPr>
            <p:ph type="title" hasCustomPrompt="1"/>
          </p:nvPr>
        </p:nvSpPr>
        <p:spPr>
          <a:xfrm>
            <a:off x="584202" y="647527"/>
            <a:ext cx="5252930" cy="464608"/>
          </a:xfrm>
        </p:spPr>
        <p:txBody>
          <a:bodyPr>
            <a:noAutofit/>
          </a:bodyPr>
          <a:lstStyle/>
          <a:p>
            <a:r>
              <a:rPr lang="en-US"/>
              <a:t>TITLE HERE</a:t>
            </a:r>
          </a:p>
        </p:txBody>
      </p:sp>
      <p:sp>
        <p:nvSpPr>
          <p:cNvPr id="13" name="Content Placeholder 2">
            <a:extLst>
              <a:ext uri="{FF2B5EF4-FFF2-40B4-BE49-F238E27FC236}">
                <a16:creationId xmlns:a16="http://schemas.microsoft.com/office/drawing/2014/main" id="{13E23F90-1AA3-447D-DC16-4A2CC2022A9A}"/>
              </a:ext>
            </a:extLst>
          </p:cNvPr>
          <p:cNvSpPr>
            <a:spLocks noGrp="1"/>
          </p:cNvSpPr>
          <p:nvPr>
            <p:ph sz="half" idx="1" hasCustomPrompt="1"/>
          </p:nvPr>
        </p:nvSpPr>
        <p:spPr>
          <a:xfrm>
            <a:off x="584200" y="1761457"/>
            <a:ext cx="5252929" cy="3932242"/>
          </a:xfrm>
          <a:prstGeom prst="rect">
            <a:avLst/>
          </a:prstGeom>
        </p:spPr>
        <p:txBody>
          <a:bodyPr>
            <a:noAutofit/>
          </a:bodyPr>
          <a:lstStyle/>
          <a:p>
            <a:r>
              <a:rPr lang="en-US">
                <a:effectLst/>
                <a:latin typeface="Proxima Nova Rg"/>
              </a:rPr>
              <a:t>Content goes here</a:t>
            </a:r>
          </a:p>
        </p:txBody>
      </p:sp>
      <p:sp>
        <p:nvSpPr>
          <p:cNvPr id="14" name="Text Placeholder 10">
            <a:extLst>
              <a:ext uri="{FF2B5EF4-FFF2-40B4-BE49-F238E27FC236}">
                <a16:creationId xmlns:a16="http://schemas.microsoft.com/office/drawing/2014/main" id="{BE665C9E-6173-5502-69A0-53510975CB72}"/>
              </a:ext>
            </a:extLst>
          </p:cNvPr>
          <p:cNvSpPr>
            <a:spLocks noGrp="1"/>
          </p:cNvSpPr>
          <p:nvPr>
            <p:ph type="body" sz="quarter" idx="13" hasCustomPrompt="1"/>
          </p:nvPr>
        </p:nvSpPr>
        <p:spPr>
          <a:xfrm>
            <a:off x="584200" y="1100133"/>
            <a:ext cx="5252929"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20" name="Picture Placeholder 19">
            <a:extLst>
              <a:ext uri="{FF2B5EF4-FFF2-40B4-BE49-F238E27FC236}">
                <a16:creationId xmlns:a16="http://schemas.microsoft.com/office/drawing/2014/main" id="{67FC8DF4-7677-2F63-3D46-F5345964C728}"/>
              </a:ext>
            </a:extLst>
          </p:cNvPr>
          <p:cNvSpPr>
            <a:spLocks noGrp="1"/>
          </p:cNvSpPr>
          <p:nvPr>
            <p:ph type="pic" sz="quarter" idx="14"/>
          </p:nvPr>
        </p:nvSpPr>
        <p:spPr>
          <a:xfrm>
            <a:off x="6289470" y="2266950"/>
            <a:ext cx="2531836" cy="3618461"/>
          </a:xfrm>
          <a:prstGeom prst="rect">
            <a:avLst/>
          </a:prstGeom>
        </p:spPr>
        <p:txBody>
          <a:bodyPr/>
          <a:lstStyle/>
          <a:p>
            <a:endParaRPr lang="en-US"/>
          </a:p>
        </p:txBody>
      </p:sp>
      <p:sp>
        <p:nvSpPr>
          <p:cNvPr id="22" name="Picture Placeholder 21">
            <a:extLst>
              <a:ext uri="{FF2B5EF4-FFF2-40B4-BE49-F238E27FC236}">
                <a16:creationId xmlns:a16="http://schemas.microsoft.com/office/drawing/2014/main" id="{38C7319A-022E-E871-88B6-A72F7C611951}"/>
              </a:ext>
            </a:extLst>
          </p:cNvPr>
          <p:cNvSpPr>
            <a:spLocks noGrp="1"/>
          </p:cNvSpPr>
          <p:nvPr>
            <p:ph type="pic" sz="quarter" idx="15"/>
          </p:nvPr>
        </p:nvSpPr>
        <p:spPr>
          <a:xfrm>
            <a:off x="9005456" y="693906"/>
            <a:ext cx="2665379" cy="3132307"/>
          </a:xfrm>
          <a:prstGeom prst="rect">
            <a:avLst/>
          </a:prstGeom>
        </p:spPr>
        <p:txBody>
          <a:bodyPr/>
          <a:lstStyle/>
          <a:p>
            <a:endParaRPr lang="en-US"/>
          </a:p>
        </p:txBody>
      </p:sp>
      <p:sp>
        <p:nvSpPr>
          <p:cNvPr id="28" name="Picture Placeholder 21">
            <a:extLst>
              <a:ext uri="{FF2B5EF4-FFF2-40B4-BE49-F238E27FC236}">
                <a16:creationId xmlns:a16="http://schemas.microsoft.com/office/drawing/2014/main" id="{44B307C1-92A2-00A3-10C8-382E26CE816A}"/>
              </a:ext>
            </a:extLst>
          </p:cNvPr>
          <p:cNvSpPr>
            <a:spLocks noGrp="1"/>
          </p:cNvSpPr>
          <p:nvPr>
            <p:ph type="pic" sz="quarter" idx="18"/>
          </p:nvPr>
        </p:nvSpPr>
        <p:spPr>
          <a:xfrm>
            <a:off x="8998644" y="4020528"/>
            <a:ext cx="2682582" cy="1864884"/>
          </a:xfrm>
          <a:prstGeom prst="rect">
            <a:avLst/>
          </a:prstGeom>
        </p:spPr>
        <p:txBody>
          <a:bodyPr/>
          <a:lstStyle>
            <a:lvl1pPr>
              <a:defRPr>
                <a:noFill/>
              </a:defRPr>
            </a:lvl1pPr>
          </a:lstStyle>
          <a:p>
            <a:endParaRPr lang="en-US"/>
          </a:p>
        </p:txBody>
      </p:sp>
      <p:sp>
        <p:nvSpPr>
          <p:cNvPr id="30" name="Text Placeholder 29">
            <a:extLst>
              <a:ext uri="{FF2B5EF4-FFF2-40B4-BE49-F238E27FC236}">
                <a16:creationId xmlns:a16="http://schemas.microsoft.com/office/drawing/2014/main" id="{1E32081A-4413-64E9-4CA5-A9E42C0C6078}"/>
              </a:ext>
            </a:extLst>
          </p:cNvPr>
          <p:cNvSpPr>
            <a:spLocks noGrp="1"/>
          </p:cNvSpPr>
          <p:nvPr>
            <p:ph type="body" sz="quarter" idx="19"/>
          </p:nvPr>
        </p:nvSpPr>
        <p:spPr>
          <a:xfrm>
            <a:off x="6289244" y="693738"/>
            <a:ext cx="2531836" cy="1409700"/>
          </a:xfrm>
          <a:prstGeom prst="rect">
            <a:avLst/>
          </a:prstGeom>
        </p:spPr>
        <p:txBody>
          <a:bodyPr anchor="ctr">
            <a:noAutofit/>
          </a:bodyPr>
          <a:lstStyle>
            <a:lvl1pPr>
              <a:defRPr lang="en-US" sz="800" b="0" i="1" kern="1200" dirty="0">
                <a:solidFill>
                  <a:schemeClr val="bg1"/>
                </a:solidFill>
                <a:latin typeface="+mn-lt"/>
                <a:ea typeface="+mn-ea"/>
                <a:cs typeface="+mn-cs"/>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 name="Freeform 1">
            <a:extLst>
              <a:ext uri="{FF2B5EF4-FFF2-40B4-BE49-F238E27FC236}">
                <a16:creationId xmlns:a16="http://schemas.microsoft.com/office/drawing/2014/main" id="{66BF0D65-8572-C5B5-D234-93BEF096311E}"/>
              </a:ext>
            </a:extLst>
          </p:cNvPr>
          <p:cNvSpPr/>
          <p:nvPr userDrawn="1"/>
        </p:nvSpPr>
        <p:spPr>
          <a:xfrm>
            <a:off x="6283081" y="693906"/>
            <a:ext cx="2538225" cy="1355835"/>
          </a:xfrm>
          <a:custGeom>
            <a:avLst/>
            <a:gdLst>
              <a:gd name="connsiteX0" fmla="*/ 151349 w 2528789"/>
              <a:gd name="connsiteY0" fmla="*/ 0 h 1412590"/>
              <a:gd name="connsiteX1" fmla="*/ 0 w 2528789"/>
              <a:gd name="connsiteY1" fmla="*/ 189186 h 1412590"/>
              <a:gd name="connsiteX2" fmla="*/ 12613 w 2528789"/>
              <a:gd name="connsiteY2" fmla="*/ 1248629 h 1412590"/>
              <a:gd name="connsiteX3" fmla="*/ 176574 w 2528789"/>
              <a:gd name="connsiteY3" fmla="*/ 1406284 h 1412590"/>
              <a:gd name="connsiteX4" fmla="*/ 2434196 w 2528789"/>
              <a:gd name="connsiteY4" fmla="*/ 1412590 h 1412590"/>
              <a:gd name="connsiteX5" fmla="*/ 2522483 w 2528789"/>
              <a:gd name="connsiteY5" fmla="*/ 1236016 h 1412590"/>
              <a:gd name="connsiteX6" fmla="*/ 2528789 w 2528789"/>
              <a:gd name="connsiteY6" fmla="*/ 151349 h 1412590"/>
              <a:gd name="connsiteX7" fmla="*/ 2377440 w 2528789"/>
              <a:gd name="connsiteY7" fmla="*/ 6306 h 1412590"/>
              <a:gd name="connsiteX8" fmla="*/ 151349 w 2528789"/>
              <a:gd name="connsiteY8" fmla="*/ 0 h 1412590"/>
              <a:gd name="connsiteX0" fmla="*/ 138736 w 2516176"/>
              <a:gd name="connsiteY0" fmla="*/ 0 h 1412590"/>
              <a:gd name="connsiteX1" fmla="*/ 372066 w 2516176"/>
              <a:gd name="connsiteY1" fmla="*/ 504497 h 1412590"/>
              <a:gd name="connsiteX2" fmla="*/ 0 w 2516176"/>
              <a:gd name="connsiteY2" fmla="*/ 1248629 h 1412590"/>
              <a:gd name="connsiteX3" fmla="*/ 163961 w 2516176"/>
              <a:gd name="connsiteY3" fmla="*/ 1406284 h 1412590"/>
              <a:gd name="connsiteX4" fmla="*/ 2421583 w 2516176"/>
              <a:gd name="connsiteY4" fmla="*/ 1412590 h 1412590"/>
              <a:gd name="connsiteX5" fmla="*/ 2509870 w 2516176"/>
              <a:gd name="connsiteY5" fmla="*/ 1236016 h 1412590"/>
              <a:gd name="connsiteX6" fmla="*/ 2516176 w 2516176"/>
              <a:gd name="connsiteY6" fmla="*/ 151349 h 1412590"/>
              <a:gd name="connsiteX7" fmla="*/ 2364827 w 2516176"/>
              <a:gd name="connsiteY7" fmla="*/ 6306 h 1412590"/>
              <a:gd name="connsiteX8" fmla="*/ 138736 w 2516176"/>
              <a:gd name="connsiteY8" fmla="*/ 0 h 1412590"/>
              <a:gd name="connsiteX0" fmla="*/ 145042 w 2522482"/>
              <a:gd name="connsiteY0" fmla="*/ 0 h 1412590"/>
              <a:gd name="connsiteX1" fmla="*/ 0 w 2522482"/>
              <a:gd name="connsiteY1" fmla="*/ 245943 h 1412590"/>
              <a:gd name="connsiteX2" fmla="*/ 6306 w 2522482"/>
              <a:gd name="connsiteY2" fmla="*/ 1248629 h 1412590"/>
              <a:gd name="connsiteX3" fmla="*/ 170267 w 2522482"/>
              <a:gd name="connsiteY3" fmla="*/ 1406284 h 1412590"/>
              <a:gd name="connsiteX4" fmla="*/ 2427889 w 2522482"/>
              <a:gd name="connsiteY4" fmla="*/ 1412590 h 1412590"/>
              <a:gd name="connsiteX5" fmla="*/ 2516176 w 2522482"/>
              <a:gd name="connsiteY5" fmla="*/ 1236016 h 1412590"/>
              <a:gd name="connsiteX6" fmla="*/ 2522482 w 2522482"/>
              <a:gd name="connsiteY6" fmla="*/ 151349 h 1412590"/>
              <a:gd name="connsiteX7" fmla="*/ 2371133 w 2522482"/>
              <a:gd name="connsiteY7" fmla="*/ 6306 h 1412590"/>
              <a:gd name="connsiteX8" fmla="*/ 145042 w 2522482"/>
              <a:gd name="connsiteY8" fmla="*/ 0 h 1412590"/>
              <a:gd name="connsiteX0" fmla="*/ 605395 w 2522482"/>
              <a:gd name="connsiteY0" fmla="*/ 258555 h 1406284"/>
              <a:gd name="connsiteX1" fmla="*/ 0 w 2522482"/>
              <a:gd name="connsiteY1" fmla="*/ 239637 h 1406284"/>
              <a:gd name="connsiteX2" fmla="*/ 6306 w 2522482"/>
              <a:gd name="connsiteY2" fmla="*/ 1242323 h 1406284"/>
              <a:gd name="connsiteX3" fmla="*/ 170267 w 2522482"/>
              <a:gd name="connsiteY3" fmla="*/ 1399978 h 1406284"/>
              <a:gd name="connsiteX4" fmla="*/ 2427889 w 2522482"/>
              <a:gd name="connsiteY4" fmla="*/ 1406284 h 1406284"/>
              <a:gd name="connsiteX5" fmla="*/ 2516176 w 2522482"/>
              <a:gd name="connsiteY5" fmla="*/ 1229710 h 1406284"/>
              <a:gd name="connsiteX6" fmla="*/ 2522482 w 2522482"/>
              <a:gd name="connsiteY6" fmla="*/ 145043 h 1406284"/>
              <a:gd name="connsiteX7" fmla="*/ 2371133 w 2522482"/>
              <a:gd name="connsiteY7" fmla="*/ 0 h 1406284"/>
              <a:gd name="connsiteX8" fmla="*/ 605395 w 2522482"/>
              <a:gd name="connsiteY8" fmla="*/ 258555 h 1406284"/>
              <a:gd name="connsiteX0" fmla="*/ 605395 w 2522482"/>
              <a:gd name="connsiteY0" fmla="*/ 258555 h 1406284"/>
              <a:gd name="connsiteX1" fmla="*/ 0 w 2522482"/>
              <a:gd name="connsiteY1" fmla="*/ 239637 h 1406284"/>
              <a:gd name="connsiteX2" fmla="*/ 25225 w 2522482"/>
              <a:gd name="connsiteY2" fmla="*/ 889176 h 1406284"/>
              <a:gd name="connsiteX3" fmla="*/ 170267 w 2522482"/>
              <a:gd name="connsiteY3" fmla="*/ 1399978 h 1406284"/>
              <a:gd name="connsiteX4" fmla="*/ 2427889 w 2522482"/>
              <a:gd name="connsiteY4" fmla="*/ 1406284 h 1406284"/>
              <a:gd name="connsiteX5" fmla="*/ 2516176 w 2522482"/>
              <a:gd name="connsiteY5" fmla="*/ 1229710 h 1406284"/>
              <a:gd name="connsiteX6" fmla="*/ 2522482 w 2522482"/>
              <a:gd name="connsiteY6" fmla="*/ 145043 h 1406284"/>
              <a:gd name="connsiteX7" fmla="*/ 2371133 w 2522482"/>
              <a:gd name="connsiteY7" fmla="*/ 0 h 1406284"/>
              <a:gd name="connsiteX8" fmla="*/ 605395 w 2522482"/>
              <a:gd name="connsiteY8" fmla="*/ 258555 h 1406284"/>
              <a:gd name="connsiteX0" fmla="*/ 618007 w 2535094"/>
              <a:gd name="connsiteY0" fmla="*/ 258555 h 1406284"/>
              <a:gd name="connsiteX1" fmla="*/ 12612 w 2535094"/>
              <a:gd name="connsiteY1" fmla="*/ 239637 h 1406284"/>
              <a:gd name="connsiteX2" fmla="*/ 0 w 2535094"/>
              <a:gd name="connsiteY2" fmla="*/ 1084668 h 1406284"/>
              <a:gd name="connsiteX3" fmla="*/ 182879 w 2535094"/>
              <a:gd name="connsiteY3" fmla="*/ 1399978 h 1406284"/>
              <a:gd name="connsiteX4" fmla="*/ 2440501 w 2535094"/>
              <a:gd name="connsiteY4" fmla="*/ 1406284 h 1406284"/>
              <a:gd name="connsiteX5" fmla="*/ 2528788 w 2535094"/>
              <a:gd name="connsiteY5" fmla="*/ 1229710 h 1406284"/>
              <a:gd name="connsiteX6" fmla="*/ 2535094 w 2535094"/>
              <a:gd name="connsiteY6" fmla="*/ 145043 h 1406284"/>
              <a:gd name="connsiteX7" fmla="*/ 2383745 w 2535094"/>
              <a:gd name="connsiteY7" fmla="*/ 0 h 1406284"/>
              <a:gd name="connsiteX8" fmla="*/ 618007 w 2535094"/>
              <a:gd name="connsiteY8" fmla="*/ 258555 h 1406284"/>
              <a:gd name="connsiteX0" fmla="*/ 618007 w 2535094"/>
              <a:gd name="connsiteY0" fmla="*/ 258555 h 1406284"/>
              <a:gd name="connsiteX1" fmla="*/ 12612 w 2535094"/>
              <a:gd name="connsiteY1" fmla="*/ 239637 h 1406284"/>
              <a:gd name="connsiteX2" fmla="*/ 0 w 2535094"/>
              <a:gd name="connsiteY2" fmla="*/ 1084668 h 1406284"/>
              <a:gd name="connsiteX3" fmla="*/ 687375 w 2535094"/>
              <a:gd name="connsiteY3" fmla="*/ 1021606 h 1406284"/>
              <a:gd name="connsiteX4" fmla="*/ 2440501 w 2535094"/>
              <a:gd name="connsiteY4" fmla="*/ 1406284 h 1406284"/>
              <a:gd name="connsiteX5" fmla="*/ 2528788 w 2535094"/>
              <a:gd name="connsiteY5" fmla="*/ 1229710 h 1406284"/>
              <a:gd name="connsiteX6" fmla="*/ 2535094 w 2535094"/>
              <a:gd name="connsiteY6" fmla="*/ 145043 h 1406284"/>
              <a:gd name="connsiteX7" fmla="*/ 2383745 w 2535094"/>
              <a:gd name="connsiteY7" fmla="*/ 0 h 1406284"/>
              <a:gd name="connsiteX8" fmla="*/ 618007 w 2535094"/>
              <a:gd name="connsiteY8" fmla="*/ 258555 h 1406284"/>
              <a:gd name="connsiteX0" fmla="*/ 618007 w 2535094"/>
              <a:gd name="connsiteY0" fmla="*/ 258555 h 1229710"/>
              <a:gd name="connsiteX1" fmla="*/ 12612 w 2535094"/>
              <a:gd name="connsiteY1" fmla="*/ 239637 h 1229710"/>
              <a:gd name="connsiteX2" fmla="*/ 0 w 2535094"/>
              <a:gd name="connsiteY2" fmla="*/ 1084668 h 1229710"/>
              <a:gd name="connsiteX3" fmla="*/ 687375 w 2535094"/>
              <a:gd name="connsiteY3" fmla="*/ 1021606 h 1229710"/>
              <a:gd name="connsiteX4" fmla="*/ 1835105 w 2535094"/>
              <a:gd name="connsiteY4" fmla="*/ 1034217 h 1229710"/>
              <a:gd name="connsiteX5" fmla="*/ 2528788 w 2535094"/>
              <a:gd name="connsiteY5" fmla="*/ 1229710 h 1229710"/>
              <a:gd name="connsiteX6" fmla="*/ 2535094 w 2535094"/>
              <a:gd name="connsiteY6" fmla="*/ 145043 h 1229710"/>
              <a:gd name="connsiteX7" fmla="*/ 2383745 w 2535094"/>
              <a:gd name="connsiteY7" fmla="*/ 0 h 1229710"/>
              <a:gd name="connsiteX8" fmla="*/ 618007 w 2535094"/>
              <a:gd name="connsiteY8" fmla="*/ 258555 h 1229710"/>
              <a:gd name="connsiteX0" fmla="*/ 618007 w 2535094"/>
              <a:gd name="connsiteY0" fmla="*/ 258555 h 1084668"/>
              <a:gd name="connsiteX1" fmla="*/ 12612 w 2535094"/>
              <a:gd name="connsiteY1" fmla="*/ 239637 h 1084668"/>
              <a:gd name="connsiteX2" fmla="*/ 0 w 2535094"/>
              <a:gd name="connsiteY2" fmla="*/ 1084668 h 1084668"/>
              <a:gd name="connsiteX3" fmla="*/ 687375 w 2535094"/>
              <a:gd name="connsiteY3" fmla="*/ 1021606 h 1084668"/>
              <a:gd name="connsiteX4" fmla="*/ 1835105 w 2535094"/>
              <a:gd name="connsiteY4" fmla="*/ 1034217 h 1084668"/>
              <a:gd name="connsiteX5" fmla="*/ 2415277 w 2535094"/>
              <a:gd name="connsiteY5" fmla="*/ 983768 h 1084668"/>
              <a:gd name="connsiteX6" fmla="*/ 2535094 w 2535094"/>
              <a:gd name="connsiteY6" fmla="*/ 145043 h 1084668"/>
              <a:gd name="connsiteX7" fmla="*/ 2383745 w 2535094"/>
              <a:gd name="connsiteY7" fmla="*/ 0 h 1084668"/>
              <a:gd name="connsiteX8" fmla="*/ 618007 w 2535094"/>
              <a:gd name="connsiteY8" fmla="*/ 258555 h 1084668"/>
              <a:gd name="connsiteX0" fmla="*/ 618007 w 2535095"/>
              <a:gd name="connsiteY0" fmla="*/ 258555 h 1103586"/>
              <a:gd name="connsiteX1" fmla="*/ 12612 w 2535095"/>
              <a:gd name="connsiteY1" fmla="*/ 239637 h 1103586"/>
              <a:gd name="connsiteX2" fmla="*/ 0 w 2535095"/>
              <a:gd name="connsiteY2" fmla="*/ 1084668 h 1103586"/>
              <a:gd name="connsiteX3" fmla="*/ 687375 w 2535095"/>
              <a:gd name="connsiteY3" fmla="*/ 1021606 h 1103586"/>
              <a:gd name="connsiteX4" fmla="*/ 1835105 w 2535095"/>
              <a:gd name="connsiteY4" fmla="*/ 1034217 h 1103586"/>
              <a:gd name="connsiteX5" fmla="*/ 2535095 w 2535095"/>
              <a:gd name="connsiteY5" fmla="*/ 1103586 h 1103586"/>
              <a:gd name="connsiteX6" fmla="*/ 2535094 w 2535095"/>
              <a:gd name="connsiteY6" fmla="*/ 145043 h 1103586"/>
              <a:gd name="connsiteX7" fmla="*/ 2383745 w 2535095"/>
              <a:gd name="connsiteY7" fmla="*/ 0 h 1103586"/>
              <a:gd name="connsiteX8" fmla="*/ 618007 w 2535095"/>
              <a:gd name="connsiteY8" fmla="*/ 258555 h 1103586"/>
              <a:gd name="connsiteX0" fmla="*/ 618007 w 2535095"/>
              <a:gd name="connsiteY0" fmla="*/ 113512 h 958543"/>
              <a:gd name="connsiteX1" fmla="*/ 12612 w 2535095"/>
              <a:gd name="connsiteY1" fmla="*/ 94594 h 958543"/>
              <a:gd name="connsiteX2" fmla="*/ 0 w 2535095"/>
              <a:gd name="connsiteY2" fmla="*/ 939625 h 958543"/>
              <a:gd name="connsiteX3" fmla="*/ 687375 w 2535095"/>
              <a:gd name="connsiteY3" fmla="*/ 876563 h 958543"/>
              <a:gd name="connsiteX4" fmla="*/ 1835105 w 2535095"/>
              <a:gd name="connsiteY4" fmla="*/ 889174 h 958543"/>
              <a:gd name="connsiteX5" fmla="*/ 2535095 w 2535095"/>
              <a:gd name="connsiteY5" fmla="*/ 958543 h 958543"/>
              <a:gd name="connsiteX6" fmla="*/ 2535094 w 2535095"/>
              <a:gd name="connsiteY6" fmla="*/ 0 h 958543"/>
              <a:gd name="connsiteX7" fmla="*/ 1872942 w 2535095"/>
              <a:gd name="connsiteY7" fmla="*/ 6306 h 958543"/>
              <a:gd name="connsiteX8" fmla="*/ 618007 w 2535095"/>
              <a:gd name="connsiteY8" fmla="*/ 113512 h 958543"/>
              <a:gd name="connsiteX0" fmla="*/ 618007 w 2535095"/>
              <a:gd name="connsiteY0" fmla="*/ 107206 h 952237"/>
              <a:gd name="connsiteX1" fmla="*/ 12612 w 2535095"/>
              <a:gd name="connsiteY1" fmla="*/ 88288 h 952237"/>
              <a:gd name="connsiteX2" fmla="*/ 0 w 2535095"/>
              <a:gd name="connsiteY2" fmla="*/ 933319 h 952237"/>
              <a:gd name="connsiteX3" fmla="*/ 687375 w 2535095"/>
              <a:gd name="connsiteY3" fmla="*/ 870257 h 952237"/>
              <a:gd name="connsiteX4" fmla="*/ 1835105 w 2535095"/>
              <a:gd name="connsiteY4" fmla="*/ 882868 h 952237"/>
              <a:gd name="connsiteX5" fmla="*/ 2535095 w 2535095"/>
              <a:gd name="connsiteY5" fmla="*/ 952237 h 952237"/>
              <a:gd name="connsiteX6" fmla="*/ 2169334 w 2535095"/>
              <a:gd name="connsiteY6" fmla="*/ 252248 h 952237"/>
              <a:gd name="connsiteX7" fmla="*/ 1872942 w 2535095"/>
              <a:gd name="connsiteY7" fmla="*/ 0 h 952237"/>
              <a:gd name="connsiteX8" fmla="*/ 618007 w 2535095"/>
              <a:gd name="connsiteY8" fmla="*/ 107206 h 952237"/>
              <a:gd name="connsiteX0" fmla="*/ 618007 w 2541400"/>
              <a:gd name="connsiteY0" fmla="*/ 107206 h 952237"/>
              <a:gd name="connsiteX1" fmla="*/ 12612 w 2541400"/>
              <a:gd name="connsiteY1" fmla="*/ 88288 h 952237"/>
              <a:gd name="connsiteX2" fmla="*/ 0 w 2541400"/>
              <a:gd name="connsiteY2" fmla="*/ 933319 h 952237"/>
              <a:gd name="connsiteX3" fmla="*/ 687375 w 2541400"/>
              <a:gd name="connsiteY3" fmla="*/ 870257 h 952237"/>
              <a:gd name="connsiteX4" fmla="*/ 1835105 w 2541400"/>
              <a:gd name="connsiteY4" fmla="*/ 882868 h 952237"/>
              <a:gd name="connsiteX5" fmla="*/ 2535095 w 2541400"/>
              <a:gd name="connsiteY5" fmla="*/ 952237 h 952237"/>
              <a:gd name="connsiteX6" fmla="*/ 2541400 w 2541400"/>
              <a:gd name="connsiteY6" fmla="*/ 119818 h 952237"/>
              <a:gd name="connsiteX7" fmla="*/ 1872942 w 2541400"/>
              <a:gd name="connsiteY7" fmla="*/ 0 h 952237"/>
              <a:gd name="connsiteX8" fmla="*/ 618007 w 2541400"/>
              <a:gd name="connsiteY8" fmla="*/ 107206 h 952237"/>
              <a:gd name="connsiteX0" fmla="*/ 618007 w 2541400"/>
              <a:gd name="connsiteY0" fmla="*/ 252249 h 1097280"/>
              <a:gd name="connsiteX1" fmla="*/ 12612 w 2541400"/>
              <a:gd name="connsiteY1" fmla="*/ 233331 h 1097280"/>
              <a:gd name="connsiteX2" fmla="*/ 0 w 2541400"/>
              <a:gd name="connsiteY2" fmla="*/ 1078362 h 1097280"/>
              <a:gd name="connsiteX3" fmla="*/ 687375 w 2541400"/>
              <a:gd name="connsiteY3" fmla="*/ 1015300 h 1097280"/>
              <a:gd name="connsiteX4" fmla="*/ 1835105 w 2541400"/>
              <a:gd name="connsiteY4" fmla="*/ 1027911 h 1097280"/>
              <a:gd name="connsiteX5" fmla="*/ 2535095 w 2541400"/>
              <a:gd name="connsiteY5" fmla="*/ 1097280 h 1097280"/>
              <a:gd name="connsiteX6" fmla="*/ 2541400 w 2541400"/>
              <a:gd name="connsiteY6" fmla="*/ 264861 h 1097280"/>
              <a:gd name="connsiteX7" fmla="*/ 2282845 w 2541400"/>
              <a:gd name="connsiteY7" fmla="*/ 0 h 1097280"/>
              <a:gd name="connsiteX8" fmla="*/ 618007 w 2541400"/>
              <a:gd name="connsiteY8" fmla="*/ 252249 h 1097280"/>
              <a:gd name="connsiteX0" fmla="*/ 258553 w 2541400"/>
              <a:gd name="connsiteY0" fmla="*/ 0 h 1103586"/>
              <a:gd name="connsiteX1" fmla="*/ 12612 w 2541400"/>
              <a:gd name="connsiteY1" fmla="*/ 239637 h 1103586"/>
              <a:gd name="connsiteX2" fmla="*/ 0 w 2541400"/>
              <a:gd name="connsiteY2" fmla="*/ 1084668 h 1103586"/>
              <a:gd name="connsiteX3" fmla="*/ 687375 w 2541400"/>
              <a:gd name="connsiteY3" fmla="*/ 1021606 h 1103586"/>
              <a:gd name="connsiteX4" fmla="*/ 1835105 w 2541400"/>
              <a:gd name="connsiteY4" fmla="*/ 1034217 h 1103586"/>
              <a:gd name="connsiteX5" fmla="*/ 2535095 w 2541400"/>
              <a:gd name="connsiteY5" fmla="*/ 1103586 h 1103586"/>
              <a:gd name="connsiteX6" fmla="*/ 2541400 w 2541400"/>
              <a:gd name="connsiteY6" fmla="*/ 271167 h 1103586"/>
              <a:gd name="connsiteX7" fmla="*/ 2282845 w 2541400"/>
              <a:gd name="connsiteY7" fmla="*/ 6306 h 1103586"/>
              <a:gd name="connsiteX8" fmla="*/ 258553 w 2541400"/>
              <a:gd name="connsiteY8" fmla="*/ 0 h 1103586"/>
              <a:gd name="connsiteX0" fmla="*/ 258553 w 2541400"/>
              <a:gd name="connsiteY0" fmla="*/ 0 h 1355835"/>
              <a:gd name="connsiteX1" fmla="*/ 12612 w 2541400"/>
              <a:gd name="connsiteY1" fmla="*/ 239637 h 1355835"/>
              <a:gd name="connsiteX2" fmla="*/ 0 w 2541400"/>
              <a:gd name="connsiteY2" fmla="*/ 1084668 h 1355835"/>
              <a:gd name="connsiteX3" fmla="*/ 264859 w 2541400"/>
              <a:gd name="connsiteY3" fmla="*/ 1355835 h 1355835"/>
              <a:gd name="connsiteX4" fmla="*/ 1835105 w 2541400"/>
              <a:gd name="connsiteY4" fmla="*/ 1034217 h 1355835"/>
              <a:gd name="connsiteX5" fmla="*/ 2535095 w 2541400"/>
              <a:gd name="connsiteY5" fmla="*/ 1103586 h 1355835"/>
              <a:gd name="connsiteX6" fmla="*/ 2541400 w 2541400"/>
              <a:gd name="connsiteY6" fmla="*/ 271167 h 1355835"/>
              <a:gd name="connsiteX7" fmla="*/ 2282845 w 2541400"/>
              <a:gd name="connsiteY7" fmla="*/ 6306 h 1355835"/>
              <a:gd name="connsiteX8" fmla="*/ 258553 w 2541400"/>
              <a:gd name="connsiteY8" fmla="*/ 0 h 1355835"/>
              <a:gd name="connsiteX0" fmla="*/ 258553 w 2541400"/>
              <a:gd name="connsiteY0" fmla="*/ 0 h 1355835"/>
              <a:gd name="connsiteX1" fmla="*/ 12612 w 2541400"/>
              <a:gd name="connsiteY1" fmla="*/ 239637 h 1355835"/>
              <a:gd name="connsiteX2" fmla="*/ 0 w 2541400"/>
              <a:gd name="connsiteY2" fmla="*/ 1084668 h 1355835"/>
              <a:gd name="connsiteX3" fmla="*/ 264859 w 2541400"/>
              <a:gd name="connsiteY3" fmla="*/ 1355835 h 1355835"/>
              <a:gd name="connsiteX4" fmla="*/ 2276540 w 2541400"/>
              <a:gd name="connsiteY4" fmla="*/ 1349528 h 1355835"/>
              <a:gd name="connsiteX5" fmla="*/ 2535095 w 2541400"/>
              <a:gd name="connsiteY5" fmla="*/ 1103586 h 1355835"/>
              <a:gd name="connsiteX6" fmla="*/ 2541400 w 2541400"/>
              <a:gd name="connsiteY6" fmla="*/ 271167 h 1355835"/>
              <a:gd name="connsiteX7" fmla="*/ 2282845 w 2541400"/>
              <a:gd name="connsiteY7" fmla="*/ 6306 h 1355835"/>
              <a:gd name="connsiteX8" fmla="*/ 258553 w 2541400"/>
              <a:gd name="connsiteY8" fmla="*/ 0 h 1355835"/>
              <a:gd name="connsiteX0" fmla="*/ 258553 w 2538225"/>
              <a:gd name="connsiteY0" fmla="*/ 0 h 1355835"/>
              <a:gd name="connsiteX1" fmla="*/ 12612 w 2538225"/>
              <a:gd name="connsiteY1" fmla="*/ 239637 h 1355835"/>
              <a:gd name="connsiteX2" fmla="*/ 0 w 2538225"/>
              <a:gd name="connsiteY2" fmla="*/ 1084668 h 1355835"/>
              <a:gd name="connsiteX3" fmla="*/ 264859 w 2538225"/>
              <a:gd name="connsiteY3" fmla="*/ 1355835 h 1355835"/>
              <a:gd name="connsiteX4" fmla="*/ 2276540 w 2538225"/>
              <a:gd name="connsiteY4" fmla="*/ 1349528 h 1355835"/>
              <a:gd name="connsiteX5" fmla="*/ 2535095 w 2538225"/>
              <a:gd name="connsiteY5" fmla="*/ 1103586 h 1355835"/>
              <a:gd name="connsiteX6" fmla="*/ 2538225 w 2538225"/>
              <a:gd name="connsiteY6" fmla="*/ 248942 h 1355835"/>
              <a:gd name="connsiteX7" fmla="*/ 2282845 w 2538225"/>
              <a:gd name="connsiteY7" fmla="*/ 6306 h 1355835"/>
              <a:gd name="connsiteX8" fmla="*/ 258553 w 2538225"/>
              <a:gd name="connsiteY8" fmla="*/ 0 h 1355835"/>
              <a:gd name="connsiteX0" fmla="*/ 258553 w 2538225"/>
              <a:gd name="connsiteY0" fmla="*/ 0 h 1355835"/>
              <a:gd name="connsiteX1" fmla="*/ 3087 w 2538225"/>
              <a:gd name="connsiteY1" fmla="*/ 249162 h 1355835"/>
              <a:gd name="connsiteX2" fmla="*/ 0 w 2538225"/>
              <a:gd name="connsiteY2" fmla="*/ 1084668 h 1355835"/>
              <a:gd name="connsiteX3" fmla="*/ 264859 w 2538225"/>
              <a:gd name="connsiteY3" fmla="*/ 1355835 h 1355835"/>
              <a:gd name="connsiteX4" fmla="*/ 2276540 w 2538225"/>
              <a:gd name="connsiteY4" fmla="*/ 1349528 h 1355835"/>
              <a:gd name="connsiteX5" fmla="*/ 2535095 w 2538225"/>
              <a:gd name="connsiteY5" fmla="*/ 1103586 h 1355835"/>
              <a:gd name="connsiteX6" fmla="*/ 2538225 w 2538225"/>
              <a:gd name="connsiteY6" fmla="*/ 248942 h 1355835"/>
              <a:gd name="connsiteX7" fmla="*/ 2282845 w 2538225"/>
              <a:gd name="connsiteY7" fmla="*/ 6306 h 1355835"/>
              <a:gd name="connsiteX8" fmla="*/ 258553 w 2538225"/>
              <a:gd name="connsiteY8" fmla="*/ 0 h 135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8225" h="1355835">
                <a:moveTo>
                  <a:pt x="258553" y="0"/>
                </a:moveTo>
                <a:lnTo>
                  <a:pt x="3087" y="249162"/>
                </a:lnTo>
                <a:lnTo>
                  <a:pt x="0" y="1084668"/>
                </a:lnTo>
                <a:lnTo>
                  <a:pt x="264859" y="1355835"/>
                </a:lnTo>
                <a:lnTo>
                  <a:pt x="2276540" y="1349528"/>
                </a:lnTo>
                <a:lnTo>
                  <a:pt x="2535095" y="1103586"/>
                </a:lnTo>
                <a:cubicBezTo>
                  <a:pt x="2535095" y="784072"/>
                  <a:pt x="2538225" y="568456"/>
                  <a:pt x="2538225" y="248942"/>
                </a:cubicBezTo>
                <a:lnTo>
                  <a:pt x="2282845" y="6306"/>
                </a:lnTo>
                <a:lnTo>
                  <a:pt x="25855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pic>
        <p:nvPicPr>
          <p:cNvPr id="3" name="Picture 2" descr="A black background with yellow lines&#10;&#10;AI-generated content may be incorrect.">
            <a:extLst>
              <a:ext uri="{FF2B5EF4-FFF2-40B4-BE49-F238E27FC236}">
                <a16:creationId xmlns:a16="http://schemas.microsoft.com/office/drawing/2014/main" id="{AA945E54-742A-D15B-F7F9-E27D7041005F}"/>
              </a:ext>
            </a:extLst>
          </p:cNvPr>
          <p:cNvPicPr>
            <a:picLocks noChangeAspect="1"/>
          </p:cNvPicPr>
          <p:nvPr userDrawn="1"/>
        </p:nvPicPr>
        <p:blipFill>
          <a:blip r:embed="rId3"/>
          <a:srcRect r="52820"/>
          <a:stretch/>
        </p:blipFill>
        <p:spPr>
          <a:xfrm>
            <a:off x="163171" y="6090841"/>
            <a:ext cx="1860701" cy="637884"/>
          </a:xfrm>
          <a:prstGeom prst="rect">
            <a:avLst/>
          </a:prstGeom>
        </p:spPr>
      </p:pic>
    </p:spTree>
    <p:extLst>
      <p:ext uri="{BB962C8B-B14F-4D97-AF65-F5344CB8AC3E}">
        <p14:creationId xmlns:p14="http://schemas.microsoft.com/office/powerpoint/2010/main" val="20473350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pic>
        <p:nvPicPr>
          <p:cNvPr id="4" name="Picture 3" descr="A graph paper with a black background&#10;&#10;AI-generated content may be incorrect.">
            <a:extLst>
              <a:ext uri="{FF2B5EF4-FFF2-40B4-BE49-F238E27FC236}">
                <a16:creationId xmlns:a16="http://schemas.microsoft.com/office/drawing/2014/main" id="{A4DA77A7-37ED-80F2-7771-D9DC910438F1}"/>
              </a:ext>
            </a:extLst>
          </p:cNvPr>
          <p:cNvPicPr/>
          <p:nvPr userDrawn="1"/>
        </p:nvPicPr>
        <p:blipFill>
          <a:blip r:embed="rId2"/>
          <a:srcRect t="53308" r="30265"/>
          <a:stretch/>
        </p:blipFill>
        <p:spPr>
          <a:xfrm>
            <a:off x="4639655" y="0"/>
            <a:ext cx="7569241" cy="5671569"/>
          </a:xfrm>
          <a:prstGeom prst="rect">
            <a:avLst/>
          </a:prstGeom>
        </p:spPr>
      </p:pic>
      <p:sp>
        <p:nvSpPr>
          <p:cNvPr id="11" name="Title 1">
            <a:extLst>
              <a:ext uri="{FF2B5EF4-FFF2-40B4-BE49-F238E27FC236}">
                <a16:creationId xmlns:a16="http://schemas.microsoft.com/office/drawing/2014/main" id="{0A8898C6-A58A-61EB-83D6-2940DD0C5674}"/>
              </a:ext>
            </a:extLst>
          </p:cNvPr>
          <p:cNvSpPr>
            <a:spLocks noGrp="1"/>
          </p:cNvSpPr>
          <p:nvPr>
            <p:ph type="title" hasCustomPrompt="1"/>
          </p:nvPr>
        </p:nvSpPr>
        <p:spPr>
          <a:xfrm>
            <a:off x="584202" y="647527"/>
            <a:ext cx="4870605" cy="464608"/>
          </a:xfrm>
        </p:spPr>
        <p:txBody>
          <a:bodyPr>
            <a:noAutofit/>
          </a:bodyPr>
          <a:lstStyle/>
          <a:p>
            <a:r>
              <a:rPr lang="en-US"/>
              <a:t>TITLE HERE</a:t>
            </a:r>
          </a:p>
        </p:txBody>
      </p:sp>
      <p:sp>
        <p:nvSpPr>
          <p:cNvPr id="12" name="Content Placeholder 2">
            <a:extLst>
              <a:ext uri="{FF2B5EF4-FFF2-40B4-BE49-F238E27FC236}">
                <a16:creationId xmlns:a16="http://schemas.microsoft.com/office/drawing/2014/main" id="{D081C356-3C23-4C90-E2BE-2F0DEF7973E9}"/>
              </a:ext>
            </a:extLst>
          </p:cNvPr>
          <p:cNvSpPr>
            <a:spLocks noGrp="1"/>
          </p:cNvSpPr>
          <p:nvPr>
            <p:ph sz="half" idx="1" hasCustomPrompt="1"/>
          </p:nvPr>
        </p:nvSpPr>
        <p:spPr>
          <a:xfrm>
            <a:off x="584201" y="1761457"/>
            <a:ext cx="4870604" cy="3932242"/>
          </a:xfrm>
          <a:prstGeom prst="rect">
            <a:avLst/>
          </a:prstGeom>
        </p:spPr>
        <p:txBody>
          <a:bodyPr>
            <a:noAutofit/>
          </a:bodyPr>
          <a:lstStyle/>
          <a:p>
            <a:r>
              <a:rPr lang="en-US">
                <a:effectLst/>
                <a:latin typeface="Proxima Nova Rg"/>
              </a:rPr>
              <a:t>Content goes here</a:t>
            </a:r>
          </a:p>
        </p:txBody>
      </p:sp>
      <p:sp>
        <p:nvSpPr>
          <p:cNvPr id="13" name="Text Placeholder 10">
            <a:extLst>
              <a:ext uri="{FF2B5EF4-FFF2-40B4-BE49-F238E27FC236}">
                <a16:creationId xmlns:a16="http://schemas.microsoft.com/office/drawing/2014/main" id="{0CAFDA88-6152-42F7-DEF2-DB25C138C7F7}"/>
              </a:ext>
            </a:extLst>
          </p:cNvPr>
          <p:cNvSpPr>
            <a:spLocks noGrp="1"/>
          </p:cNvSpPr>
          <p:nvPr>
            <p:ph type="body" sz="quarter" idx="13" hasCustomPrompt="1"/>
          </p:nvPr>
        </p:nvSpPr>
        <p:spPr>
          <a:xfrm>
            <a:off x="584201" y="1100133"/>
            <a:ext cx="4870604" cy="511175"/>
          </a:xfrm>
          <a:prstGeom prst="rect">
            <a:avLst/>
          </a:prstGeom>
        </p:spPr>
        <p:txBody>
          <a:bodyPr>
            <a:noAutofit/>
          </a:bodyPr>
          <a:lstStyle>
            <a:lvl1pPr>
              <a:defRPr sz="2000" b="1">
                <a:solidFill>
                  <a:schemeClr val="accent1"/>
                </a:solidFill>
              </a:defRPr>
            </a:lvl1pPr>
          </a:lstStyle>
          <a:p>
            <a:pPr lvl="0"/>
            <a:r>
              <a:rPr lang="en-US"/>
              <a:t>Subhead Text</a:t>
            </a:r>
          </a:p>
        </p:txBody>
      </p:sp>
      <p:sp>
        <p:nvSpPr>
          <p:cNvPr id="18" name="Picture Placeholder 21">
            <a:extLst>
              <a:ext uri="{FF2B5EF4-FFF2-40B4-BE49-F238E27FC236}">
                <a16:creationId xmlns:a16="http://schemas.microsoft.com/office/drawing/2014/main" id="{C0FB9E88-6384-AD8D-32EF-2E1DF14EB22B}"/>
              </a:ext>
            </a:extLst>
          </p:cNvPr>
          <p:cNvSpPr>
            <a:spLocks noGrp="1"/>
          </p:cNvSpPr>
          <p:nvPr>
            <p:ph type="pic" sz="quarter" idx="16"/>
          </p:nvPr>
        </p:nvSpPr>
        <p:spPr>
          <a:xfrm>
            <a:off x="8821882" y="693907"/>
            <a:ext cx="2838563" cy="2574108"/>
          </a:xfrm>
          <a:prstGeom prst="rect">
            <a:avLst/>
          </a:prstGeom>
        </p:spPr>
        <p:txBody>
          <a:bodyPr/>
          <a:lstStyle>
            <a:lvl1pPr>
              <a:defRPr>
                <a:noFill/>
              </a:defRPr>
            </a:lvl1pPr>
          </a:lstStyle>
          <a:p>
            <a:endParaRPr lang="en-US"/>
          </a:p>
        </p:txBody>
      </p:sp>
      <p:sp>
        <p:nvSpPr>
          <p:cNvPr id="21" name="Picture Placeholder 19">
            <a:extLst>
              <a:ext uri="{FF2B5EF4-FFF2-40B4-BE49-F238E27FC236}">
                <a16:creationId xmlns:a16="http://schemas.microsoft.com/office/drawing/2014/main" id="{C3889604-DF45-9D49-99D2-41425729ACBB}"/>
              </a:ext>
            </a:extLst>
          </p:cNvPr>
          <p:cNvSpPr>
            <a:spLocks noGrp="1"/>
          </p:cNvSpPr>
          <p:nvPr>
            <p:ph type="pic" sz="quarter" idx="17"/>
          </p:nvPr>
        </p:nvSpPr>
        <p:spPr>
          <a:xfrm>
            <a:off x="5881256" y="700166"/>
            <a:ext cx="2764692" cy="2574108"/>
          </a:xfrm>
          <a:prstGeom prst="rect">
            <a:avLst/>
          </a:prstGeom>
          <a:noFill/>
        </p:spPr>
        <p:txBody>
          <a:bodyPr/>
          <a:lstStyle>
            <a:lvl1pPr>
              <a:defRPr>
                <a:noFill/>
              </a:defRPr>
            </a:lvl1pPr>
          </a:lstStyle>
          <a:p>
            <a:endParaRPr lang="en-US"/>
          </a:p>
        </p:txBody>
      </p:sp>
      <p:sp>
        <p:nvSpPr>
          <p:cNvPr id="22" name="Picture Placeholder 21">
            <a:extLst>
              <a:ext uri="{FF2B5EF4-FFF2-40B4-BE49-F238E27FC236}">
                <a16:creationId xmlns:a16="http://schemas.microsoft.com/office/drawing/2014/main" id="{6F5FA01C-633C-656D-EC32-6258D32D8AD9}"/>
              </a:ext>
            </a:extLst>
          </p:cNvPr>
          <p:cNvSpPr>
            <a:spLocks noGrp="1"/>
          </p:cNvSpPr>
          <p:nvPr>
            <p:ph type="pic" sz="quarter" idx="18"/>
          </p:nvPr>
        </p:nvSpPr>
        <p:spPr>
          <a:xfrm>
            <a:off x="5881257" y="3463336"/>
            <a:ext cx="5789580" cy="2605565"/>
          </a:xfrm>
          <a:prstGeom prst="rect">
            <a:avLst/>
          </a:prstGeom>
        </p:spPr>
        <p:txBody>
          <a:bodyPr/>
          <a:lstStyle>
            <a:lvl1pPr>
              <a:defRPr>
                <a:noFill/>
              </a:defRPr>
            </a:lvl1pPr>
          </a:lstStyle>
          <a:p>
            <a:endParaRPr lang="en-US"/>
          </a:p>
        </p:txBody>
      </p:sp>
      <p:pic>
        <p:nvPicPr>
          <p:cNvPr id="2" name="Picture 1" descr="A black background with yellow lines&#10;&#10;AI-generated content may be incorrect.">
            <a:extLst>
              <a:ext uri="{FF2B5EF4-FFF2-40B4-BE49-F238E27FC236}">
                <a16:creationId xmlns:a16="http://schemas.microsoft.com/office/drawing/2014/main" id="{9680F121-19CF-8D96-BAAA-4474A602E5A2}"/>
              </a:ext>
            </a:extLst>
          </p:cNvPr>
          <p:cNvPicPr>
            <a:picLocks noChangeAspect="1"/>
          </p:cNvPicPr>
          <p:nvPr userDrawn="1"/>
        </p:nvPicPr>
        <p:blipFill>
          <a:blip r:embed="rId3"/>
          <a:srcRect r="52820"/>
          <a:stretch/>
        </p:blipFill>
        <p:spPr>
          <a:xfrm>
            <a:off x="163171" y="6090841"/>
            <a:ext cx="1860701" cy="637884"/>
          </a:xfrm>
          <a:prstGeom prst="rect">
            <a:avLst/>
          </a:prstGeom>
        </p:spPr>
      </p:pic>
    </p:spTree>
    <p:extLst>
      <p:ext uri="{BB962C8B-B14F-4D97-AF65-F5344CB8AC3E}">
        <p14:creationId xmlns:p14="http://schemas.microsoft.com/office/powerpoint/2010/main" val="1003711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F78BE98-EAD7-E3AE-4C4D-B824367CE3A6}"/>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FF98A6E5-C869-0CCA-A50C-E09B1128CA3E}"/>
              </a:ext>
            </a:extLst>
          </p:cNvPr>
          <p:cNvSpPr>
            <a:spLocks noGrp="1"/>
          </p:cNvSpPr>
          <p:nvPr>
            <p:ph type="title" hasCustomPrompt="1"/>
          </p:nvPr>
        </p:nvSpPr>
        <p:spPr>
          <a:xfrm>
            <a:off x="584201" y="647527"/>
            <a:ext cx="5435599" cy="464608"/>
          </a:xfrm>
        </p:spPr>
        <p:txBody>
          <a:bodyPr>
            <a:noAutofit/>
          </a:bodyPr>
          <a:lstStyle>
            <a:lvl1pPr>
              <a:defRPr>
                <a:solidFill>
                  <a:schemeClr val="bg1"/>
                </a:solidFill>
              </a:defRPr>
            </a:lvl1pPr>
          </a:lstStyle>
          <a:p>
            <a:r>
              <a:rPr lang="en-US"/>
              <a:t>TITLE HERE</a:t>
            </a:r>
          </a:p>
        </p:txBody>
      </p:sp>
      <p:sp>
        <p:nvSpPr>
          <p:cNvPr id="14" name="Content Placeholder 2">
            <a:extLst>
              <a:ext uri="{FF2B5EF4-FFF2-40B4-BE49-F238E27FC236}">
                <a16:creationId xmlns:a16="http://schemas.microsoft.com/office/drawing/2014/main" id="{EAFB6848-3DEA-66D2-1B3F-77F121565482}"/>
              </a:ext>
            </a:extLst>
          </p:cNvPr>
          <p:cNvSpPr>
            <a:spLocks noGrp="1"/>
          </p:cNvSpPr>
          <p:nvPr>
            <p:ph sz="half" idx="1" hasCustomPrompt="1"/>
          </p:nvPr>
        </p:nvSpPr>
        <p:spPr>
          <a:xfrm>
            <a:off x="584200" y="2968051"/>
            <a:ext cx="5181600" cy="2725647"/>
          </a:xfrm>
          <a:prstGeom prst="rect">
            <a:avLst/>
          </a:prstGeom>
        </p:spPr>
        <p:txBody>
          <a:bodyPr>
            <a:noAutofit/>
          </a:bodyPr>
          <a:lstStyle>
            <a:lvl1pPr>
              <a:defRPr>
                <a:solidFill>
                  <a:schemeClr val="bg1"/>
                </a:solidFill>
              </a:defRPr>
            </a:lvl1pPr>
          </a:lstStyle>
          <a:p>
            <a:r>
              <a:rPr lang="en-US">
                <a:effectLst/>
                <a:latin typeface="Proxima Nova Rg"/>
              </a:rPr>
              <a:t>Content goes here</a:t>
            </a:r>
          </a:p>
        </p:txBody>
      </p:sp>
      <p:sp>
        <p:nvSpPr>
          <p:cNvPr id="15" name="Text Placeholder 10">
            <a:extLst>
              <a:ext uri="{FF2B5EF4-FFF2-40B4-BE49-F238E27FC236}">
                <a16:creationId xmlns:a16="http://schemas.microsoft.com/office/drawing/2014/main" id="{75EB4E53-8D19-70A2-1D64-B1EE8942E712}"/>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tx2"/>
                </a:solidFill>
              </a:defRPr>
            </a:lvl1pPr>
          </a:lstStyle>
          <a:p>
            <a:pPr lvl="0"/>
            <a:r>
              <a:rPr lang="en-US"/>
              <a:t>Subhead Text</a:t>
            </a:r>
          </a:p>
        </p:txBody>
      </p:sp>
      <p:sp>
        <p:nvSpPr>
          <p:cNvPr id="29" name="Picture Placeholder 28">
            <a:extLst>
              <a:ext uri="{FF2B5EF4-FFF2-40B4-BE49-F238E27FC236}">
                <a16:creationId xmlns:a16="http://schemas.microsoft.com/office/drawing/2014/main" id="{A0B6010A-DB9A-31E0-538C-D83A1641A1D3}"/>
              </a:ext>
            </a:extLst>
          </p:cNvPr>
          <p:cNvSpPr>
            <a:spLocks noGrp="1"/>
          </p:cNvSpPr>
          <p:nvPr>
            <p:ph type="pic" sz="quarter" idx="15"/>
          </p:nvPr>
        </p:nvSpPr>
        <p:spPr>
          <a:xfrm>
            <a:off x="6941128" y="647527"/>
            <a:ext cx="4317786" cy="5319722"/>
          </a:xfrm>
          <a:prstGeom prst="rect">
            <a:avLst/>
          </a:prstGeom>
          <a:noFill/>
        </p:spPr>
        <p:txBody>
          <a:bodyPr/>
          <a:lstStyle>
            <a:lvl1pPr>
              <a:defRPr>
                <a:noFill/>
              </a:defRPr>
            </a:lvl1pPr>
          </a:lstStyle>
          <a:p>
            <a:endParaRPr lang="en-US"/>
          </a:p>
        </p:txBody>
      </p:sp>
      <p:pic>
        <p:nvPicPr>
          <p:cNvPr id="2" name="Picture 1">
            <a:extLst>
              <a:ext uri="{FF2B5EF4-FFF2-40B4-BE49-F238E27FC236}">
                <a16:creationId xmlns:a16="http://schemas.microsoft.com/office/drawing/2014/main" id="{D257EDD6-5C74-9F4F-A646-EE59229CEC0B}"/>
              </a:ext>
            </a:extLst>
          </p:cNvPr>
          <p:cNvPicPr>
            <a:picLocks noChangeAspect="1"/>
          </p:cNvPicPr>
          <p:nvPr userDrawn="1"/>
        </p:nvPicPr>
        <p:blipFill>
          <a:blip r:embed="rId2"/>
          <a:srcRect/>
          <a:stretch/>
        </p:blipFill>
        <p:spPr>
          <a:xfrm>
            <a:off x="203342" y="6090841"/>
            <a:ext cx="3863524" cy="637884"/>
          </a:xfrm>
          <a:prstGeom prst="rect">
            <a:avLst/>
          </a:prstGeom>
        </p:spPr>
      </p:pic>
    </p:spTree>
    <p:extLst>
      <p:ext uri="{BB962C8B-B14F-4D97-AF65-F5344CB8AC3E}">
        <p14:creationId xmlns:p14="http://schemas.microsoft.com/office/powerpoint/2010/main" val="32972775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F78BE98-EAD7-E3AE-4C4D-B824367CE3A6}"/>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FF98A6E5-C869-0CCA-A50C-E09B1128CA3E}"/>
              </a:ext>
            </a:extLst>
          </p:cNvPr>
          <p:cNvSpPr>
            <a:spLocks noGrp="1"/>
          </p:cNvSpPr>
          <p:nvPr>
            <p:ph type="title" hasCustomPrompt="1"/>
          </p:nvPr>
        </p:nvSpPr>
        <p:spPr>
          <a:xfrm>
            <a:off x="584201" y="647527"/>
            <a:ext cx="5435599" cy="464608"/>
          </a:xfrm>
        </p:spPr>
        <p:txBody>
          <a:bodyPr>
            <a:noAutofit/>
          </a:bodyPr>
          <a:lstStyle>
            <a:lvl1pPr>
              <a:defRPr>
                <a:solidFill>
                  <a:schemeClr val="bg1"/>
                </a:solidFill>
              </a:defRPr>
            </a:lvl1pPr>
          </a:lstStyle>
          <a:p>
            <a:r>
              <a:rPr lang="en-US"/>
              <a:t>TITLE HERE</a:t>
            </a:r>
          </a:p>
        </p:txBody>
      </p:sp>
      <p:sp>
        <p:nvSpPr>
          <p:cNvPr id="14" name="Content Placeholder 2">
            <a:extLst>
              <a:ext uri="{FF2B5EF4-FFF2-40B4-BE49-F238E27FC236}">
                <a16:creationId xmlns:a16="http://schemas.microsoft.com/office/drawing/2014/main" id="{EAFB6848-3DEA-66D2-1B3F-77F121565482}"/>
              </a:ext>
            </a:extLst>
          </p:cNvPr>
          <p:cNvSpPr>
            <a:spLocks noGrp="1"/>
          </p:cNvSpPr>
          <p:nvPr>
            <p:ph sz="half" idx="1" hasCustomPrompt="1"/>
          </p:nvPr>
        </p:nvSpPr>
        <p:spPr>
          <a:xfrm>
            <a:off x="584200" y="2968051"/>
            <a:ext cx="5181600" cy="2725647"/>
          </a:xfrm>
          <a:prstGeom prst="rect">
            <a:avLst/>
          </a:prstGeom>
        </p:spPr>
        <p:txBody>
          <a:bodyPr>
            <a:noAutofit/>
          </a:bodyPr>
          <a:lstStyle>
            <a:lvl1pPr>
              <a:defRPr>
                <a:solidFill>
                  <a:schemeClr val="bg1"/>
                </a:solidFill>
              </a:defRPr>
            </a:lvl1pPr>
          </a:lstStyle>
          <a:p>
            <a:r>
              <a:rPr lang="en-US">
                <a:effectLst/>
                <a:latin typeface="Proxima Nova Rg"/>
              </a:rPr>
              <a:t>Content goes here</a:t>
            </a:r>
          </a:p>
        </p:txBody>
      </p:sp>
      <p:sp>
        <p:nvSpPr>
          <p:cNvPr id="15" name="Text Placeholder 10">
            <a:extLst>
              <a:ext uri="{FF2B5EF4-FFF2-40B4-BE49-F238E27FC236}">
                <a16:creationId xmlns:a16="http://schemas.microsoft.com/office/drawing/2014/main" id="{75EB4E53-8D19-70A2-1D64-B1EE8942E712}"/>
              </a:ext>
            </a:extLst>
          </p:cNvPr>
          <p:cNvSpPr>
            <a:spLocks noGrp="1"/>
          </p:cNvSpPr>
          <p:nvPr>
            <p:ph type="body" sz="quarter" idx="13" hasCustomPrompt="1"/>
          </p:nvPr>
        </p:nvSpPr>
        <p:spPr>
          <a:xfrm>
            <a:off x="584200" y="1100133"/>
            <a:ext cx="5435600" cy="511175"/>
          </a:xfrm>
          <a:prstGeom prst="rect">
            <a:avLst/>
          </a:prstGeom>
        </p:spPr>
        <p:txBody>
          <a:bodyPr>
            <a:noAutofit/>
          </a:bodyPr>
          <a:lstStyle>
            <a:lvl1pPr>
              <a:defRPr sz="2000" b="1">
                <a:solidFill>
                  <a:schemeClr val="tx2"/>
                </a:solidFill>
              </a:defRPr>
            </a:lvl1pPr>
          </a:lstStyle>
          <a:p>
            <a:pPr lvl="0"/>
            <a:r>
              <a:rPr lang="en-US"/>
              <a:t>Subhead Text</a:t>
            </a:r>
          </a:p>
        </p:txBody>
      </p:sp>
      <p:sp>
        <p:nvSpPr>
          <p:cNvPr id="29" name="Picture Placeholder 28">
            <a:extLst>
              <a:ext uri="{FF2B5EF4-FFF2-40B4-BE49-F238E27FC236}">
                <a16:creationId xmlns:a16="http://schemas.microsoft.com/office/drawing/2014/main" id="{A0B6010A-DB9A-31E0-538C-D83A1641A1D3}"/>
              </a:ext>
            </a:extLst>
          </p:cNvPr>
          <p:cNvSpPr>
            <a:spLocks noGrp="1"/>
          </p:cNvSpPr>
          <p:nvPr>
            <p:ph type="pic" sz="quarter" idx="15"/>
          </p:nvPr>
        </p:nvSpPr>
        <p:spPr>
          <a:xfrm>
            <a:off x="6941128" y="647527"/>
            <a:ext cx="4317786" cy="5319722"/>
          </a:xfrm>
          <a:prstGeom prst="rect">
            <a:avLst/>
          </a:prstGeom>
          <a:noFill/>
        </p:spPr>
        <p:txBody>
          <a:bodyPr/>
          <a:lstStyle>
            <a:lvl1pPr>
              <a:defRPr>
                <a:noFill/>
              </a:defRPr>
            </a:lvl1pPr>
          </a:lstStyle>
          <a:p>
            <a:endParaRPr lang="en-US"/>
          </a:p>
        </p:txBody>
      </p:sp>
      <p:pic>
        <p:nvPicPr>
          <p:cNvPr id="2" name="Picture 1">
            <a:extLst>
              <a:ext uri="{FF2B5EF4-FFF2-40B4-BE49-F238E27FC236}">
                <a16:creationId xmlns:a16="http://schemas.microsoft.com/office/drawing/2014/main" id="{D257EDD6-5C74-9F4F-A646-EE59229CEC0B}"/>
              </a:ext>
            </a:extLst>
          </p:cNvPr>
          <p:cNvPicPr>
            <a:picLocks noChangeAspect="1"/>
          </p:cNvPicPr>
          <p:nvPr userDrawn="1"/>
        </p:nvPicPr>
        <p:blipFill>
          <a:blip r:embed="rId2"/>
          <a:srcRect r="52818"/>
          <a:stretch/>
        </p:blipFill>
        <p:spPr>
          <a:xfrm>
            <a:off x="203342" y="6090841"/>
            <a:ext cx="1822885" cy="637884"/>
          </a:xfrm>
          <a:prstGeom prst="rect">
            <a:avLst/>
          </a:prstGeom>
        </p:spPr>
      </p:pic>
    </p:spTree>
    <p:extLst>
      <p:ext uri="{BB962C8B-B14F-4D97-AF65-F5344CB8AC3E}">
        <p14:creationId xmlns:p14="http://schemas.microsoft.com/office/powerpoint/2010/main" val="23293991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6" name="Picture 5" descr="A graph paper with a black background&#10;&#10;AI-generated content may be incorrect.">
            <a:extLst>
              <a:ext uri="{FF2B5EF4-FFF2-40B4-BE49-F238E27FC236}">
                <a16:creationId xmlns:a16="http://schemas.microsoft.com/office/drawing/2014/main" id="{DC95E52F-D001-DC9C-7213-ED8F72511D94}"/>
              </a:ext>
            </a:extLst>
          </p:cNvPr>
          <p:cNvPicPr/>
          <p:nvPr userDrawn="1"/>
        </p:nvPicPr>
        <p:blipFill>
          <a:blip r:embed="rId2"/>
          <a:srcRect t="53308" r="30265"/>
          <a:stretch/>
        </p:blipFill>
        <p:spPr>
          <a:xfrm>
            <a:off x="4639655" y="0"/>
            <a:ext cx="7569241" cy="5671569"/>
          </a:xfrm>
          <a:prstGeom prst="rect">
            <a:avLst/>
          </a:prstGeom>
        </p:spPr>
      </p:pic>
      <p:sp>
        <p:nvSpPr>
          <p:cNvPr id="9" name="Title 1">
            <a:extLst>
              <a:ext uri="{FF2B5EF4-FFF2-40B4-BE49-F238E27FC236}">
                <a16:creationId xmlns:a16="http://schemas.microsoft.com/office/drawing/2014/main" id="{789C5C44-CDA4-045D-96C1-C5BDD1DC438F}"/>
              </a:ext>
            </a:extLst>
          </p:cNvPr>
          <p:cNvSpPr>
            <a:spLocks noGrp="1"/>
          </p:cNvSpPr>
          <p:nvPr>
            <p:ph type="title" hasCustomPrompt="1"/>
          </p:nvPr>
        </p:nvSpPr>
        <p:spPr>
          <a:xfrm>
            <a:off x="584202" y="647527"/>
            <a:ext cx="4870605" cy="464608"/>
          </a:xfrm>
        </p:spPr>
        <p:txBody>
          <a:bodyPr>
            <a:noAutofit/>
          </a:bodyPr>
          <a:lstStyle/>
          <a:p>
            <a:r>
              <a:rPr lang="en-US"/>
              <a:t>TITLE HERE</a:t>
            </a:r>
          </a:p>
        </p:txBody>
      </p:sp>
      <p:sp>
        <p:nvSpPr>
          <p:cNvPr id="10" name="Content Placeholder 2">
            <a:extLst>
              <a:ext uri="{FF2B5EF4-FFF2-40B4-BE49-F238E27FC236}">
                <a16:creationId xmlns:a16="http://schemas.microsoft.com/office/drawing/2014/main" id="{451496B5-80E9-0097-4448-A2EBF1242FC8}"/>
              </a:ext>
            </a:extLst>
          </p:cNvPr>
          <p:cNvSpPr>
            <a:spLocks noGrp="1"/>
          </p:cNvSpPr>
          <p:nvPr>
            <p:ph sz="half" idx="1" hasCustomPrompt="1"/>
          </p:nvPr>
        </p:nvSpPr>
        <p:spPr>
          <a:xfrm>
            <a:off x="584201" y="1761457"/>
            <a:ext cx="4870604" cy="3932242"/>
          </a:xfrm>
          <a:prstGeom prst="rect">
            <a:avLst/>
          </a:prstGeom>
        </p:spPr>
        <p:txBody>
          <a:bodyPr>
            <a:noAutofit/>
          </a:bodyPr>
          <a:lstStyle/>
          <a:p>
            <a:r>
              <a:rPr lang="en-US">
                <a:effectLst/>
                <a:latin typeface="Proxima Nova Rg"/>
              </a:rPr>
              <a:t>Content goes here</a:t>
            </a:r>
          </a:p>
        </p:txBody>
      </p:sp>
      <p:sp>
        <p:nvSpPr>
          <p:cNvPr id="11" name="Text Placeholder 10">
            <a:extLst>
              <a:ext uri="{FF2B5EF4-FFF2-40B4-BE49-F238E27FC236}">
                <a16:creationId xmlns:a16="http://schemas.microsoft.com/office/drawing/2014/main" id="{00B74066-DCD9-7698-3801-EE0EDA11A7F3}"/>
              </a:ext>
            </a:extLst>
          </p:cNvPr>
          <p:cNvSpPr>
            <a:spLocks noGrp="1"/>
          </p:cNvSpPr>
          <p:nvPr>
            <p:ph type="body" sz="quarter" idx="13" hasCustomPrompt="1"/>
          </p:nvPr>
        </p:nvSpPr>
        <p:spPr>
          <a:xfrm>
            <a:off x="584201" y="1100133"/>
            <a:ext cx="4870604" cy="511175"/>
          </a:xfrm>
          <a:prstGeom prst="rect">
            <a:avLst/>
          </a:prstGeom>
        </p:spPr>
        <p:txBody>
          <a:bodyPr>
            <a:noAutofit/>
          </a:bodyPr>
          <a:lstStyle>
            <a:lvl1pPr>
              <a:defRPr sz="2000" b="1"/>
            </a:lvl1pPr>
          </a:lstStyle>
          <a:p>
            <a:pPr lvl="0"/>
            <a:r>
              <a:rPr lang="en-US"/>
              <a:t>Subhead Text</a:t>
            </a:r>
          </a:p>
        </p:txBody>
      </p:sp>
      <p:sp>
        <p:nvSpPr>
          <p:cNvPr id="13" name="Text Placeholder 12">
            <a:extLst>
              <a:ext uri="{FF2B5EF4-FFF2-40B4-BE49-F238E27FC236}">
                <a16:creationId xmlns:a16="http://schemas.microsoft.com/office/drawing/2014/main" id="{586799EA-753B-A0FE-B94E-E8EDBEB42A49}"/>
              </a:ext>
            </a:extLst>
          </p:cNvPr>
          <p:cNvSpPr>
            <a:spLocks noGrp="1"/>
          </p:cNvSpPr>
          <p:nvPr>
            <p:ph type="body" sz="quarter" idx="14" hasCustomPrompt="1"/>
          </p:nvPr>
        </p:nvSpPr>
        <p:spPr>
          <a:xfrm>
            <a:off x="6656679" y="1743075"/>
            <a:ext cx="4865687" cy="257175"/>
          </a:xfrm>
          <a:prstGeom prst="rect">
            <a:avLst/>
          </a:prstGeom>
        </p:spPr>
        <p:txBody>
          <a:bodyPr/>
          <a:lstStyle>
            <a:lvl1pPr>
              <a:defRPr b="1">
                <a:solidFill>
                  <a:schemeClr val="tx2"/>
                </a:solidFill>
              </a:defRPr>
            </a:lvl1pPr>
          </a:lstStyle>
          <a:p>
            <a:pPr lvl="0"/>
            <a:r>
              <a:rPr lang="en-US"/>
              <a:t>CALLOUT OPTION 1</a:t>
            </a:r>
          </a:p>
        </p:txBody>
      </p:sp>
      <p:sp>
        <p:nvSpPr>
          <p:cNvPr id="15" name="Content Placeholder 2">
            <a:extLst>
              <a:ext uri="{FF2B5EF4-FFF2-40B4-BE49-F238E27FC236}">
                <a16:creationId xmlns:a16="http://schemas.microsoft.com/office/drawing/2014/main" id="{6FA3E87B-9B21-70D7-4420-946E5CF5D56A}"/>
              </a:ext>
            </a:extLst>
          </p:cNvPr>
          <p:cNvSpPr>
            <a:spLocks noGrp="1"/>
          </p:cNvSpPr>
          <p:nvPr>
            <p:ph sz="half" idx="15" hasCustomPrompt="1"/>
          </p:nvPr>
        </p:nvSpPr>
        <p:spPr>
          <a:xfrm>
            <a:off x="6654220" y="2000250"/>
            <a:ext cx="4870604" cy="495815"/>
          </a:xfrm>
          <a:prstGeom prst="rect">
            <a:avLst/>
          </a:prstGeom>
        </p:spPr>
        <p:txBody>
          <a:bodyPr>
            <a:noAutofit/>
          </a:bodyPr>
          <a:lstStyle>
            <a:lvl1pPr>
              <a:defRPr sz="1200"/>
            </a:lvl1pPr>
          </a:lstStyle>
          <a:p>
            <a:r>
              <a:rPr lang="en-US">
                <a:effectLst/>
                <a:latin typeface="Proxima Nova Rg"/>
              </a:rPr>
              <a:t>Content goes here</a:t>
            </a:r>
          </a:p>
        </p:txBody>
      </p:sp>
      <p:sp>
        <p:nvSpPr>
          <p:cNvPr id="16" name="Content Placeholder 2">
            <a:extLst>
              <a:ext uri="{FF2B5EF4-FFF2-40B4-BE49-F238E27FC236}">
                <a16:creationId xmlns:a16="http://schemas.microsoft.com/office/drawing/2014/main" id="{A1F403A1-7A21-D95C-3407-394DBEF5362C}"/>
              </a:ext>
            </a:extLst>
          </p:cNvPr>
          <p:cNvSpPr>
            <a:spLocks noGrp="1"/>
          </p:cNvSpPr>
          <p:nvPr>
            <p:ph sz="half" idx="16" hasCustomPrompt="1"/>
          </p:nvPr>
        </p:nvSpPr>
        <p:spPr>
          <a:xfrm>
            <a:off x="6654220" y="2692229"/>
            <a:ext cx="4870604" cy="2670603"/>
          </a:xfrm>
          <a:prstGeom prst="rect">
            <a:avLst/>
          </a:prstGeom>
        </p:spPr>
        <p:txBody>
          <a:bodyPr>
            <a:noAutofit/>
          </a:bodyPr>
          <a:lstStyle>
            <a:lvl1pPr>
              <a:defRPr sz="1200"/>
            </a:lvl1pPr>
          </a:lstStyle>
          <a:p>
            <a:r>
              <a:rPr lang="en-US">
                <a:effectLst/>
                <a:latin typeface="Proxima Nova Rg"/>
              </a:rPr>
              <a:t>Chart</a:t>
            </a:r>
          </a:p>
        </p:txBody>
      </p:sp>
      <p:pic>
        <p:nvPicPr>
          <p:cNvPr id="7" name="Picture 6" descr="A black background with yellow lines&#10;&#10;AI-generated content may be incorrect.">
            <a:extLst>
              <a:ext uri="{FF2B5EF4-FFF2-40B4-BE49-F238E27FC236}">
                <a16:creationId xmlns:a16="http://schemas.microsoft.com/office/drawing/2014/main" id="{00487127-7F30-181B-C289-0890F97C5292}"/>
              </a:ext>
            </a:extLst>
          </p:cNvPr>
          <p:cNvPicPr>
            <a:picLocks noChangeAspect="1"/>
          </p:cNvPicPr>
          <p:nvPr userDrawn="1"/>
        </p:nvPicPr>
        <p:blipFill>
          <a:blip r:embed="rId3"/>
          <a:stretch>
            <a:fillRect/>
          </a:stretch>
        </p:blipFill>
        <p:spPr>
          <a:xfrm>
            <a:off x="163171" y="6090841"/>
            <a:ext cx="3943866" cy="637884"/>
          </a:xfrm>
          <a:prstGeom prst="rect">
            <a:avLst/>
          </a:prstGeom>
        </p:spPr>
      </p:pic>
    </p:spTree>
    <p:extLst>
      <p:ext uri="{BB962C8B-B14F-4D97-AF65-F5344CB8AC3E}">
        <p14:creationId xmlns:p14="http://schemas.microsoft.com/office/powerpoint/2010/main" val="31408095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pic>
        <p:nvPicPr>
          <p:cNvPr id="3" name="Picture 2" descr="A graph paper with a black background&#10;&#10;AI-generated content may be incorrect.">
            <a:extLst>
              <a:ext uri="{FF2B5EF4-FFF2-40B4-BE49-F238E27FC236}">
                <a16:creationId xmlns:a16="http://schemas.microsoft.com/office/drawing/2014/main" id="{4EA071DF-6FDB-B18C-7CD6-C61E394D5EE3}"/>
              </a:ext>
            </a:extLst>
          </p:cNvPr>
          <p:cNvPicPr/>
          <p:nvPr userDrawn="1"/>
        </p:nvPicPr>
        <p:blipFill>
          <a:blip r:embed="rId2"/>
          <a:srcRect t="53308" r="30265"/>
          <a:stretch/>
        </p:blipFill>
        <p:spPr>
          <a:xfrm>
            <a:off x="4639655" y="0"/>
            <a:ext cx="7569241" cy="5671569"/>
          </a:xfrm>
          <a:prstGeom prst="rect">
            <a:avLst/>
          </a:prstGeom>
        </p:spPr>
      </p:pic>
      <p:sp>
        <p:nvSpPr>
          <p:cNvPr id="9" name="Title 1">
            <a:extLst>
              <a:ext uri="{FF2B5EF4-FFF2-40B4-BE49-F238E27FC236}">
                <a16:creationId xmlns:a16="http://schemas.microsoft.com/office/drawing/2014/main" id="{789C5C44-CDA4-045D-96C1-C5BDD1DC438F}"/>
              </a:ext>
            </a:extLst>
          </p:cNvPr>
          <p:cNvSpPr>
            <a:spLocks noGrp="1"/>
          </p:cNvSpPr>
          <p:nvPr>
            <p:ph type="title" hasCustomPrompt="1"/>
          </p:nvPr>
        </p:nvSpPr>
        <p:spPr>
          <a:xfrm>
            <a:off x="584202" y="647527"/>
            <a:ext cx="4870605" cy="464608"/>
          </a:xfrm>
        </p:spPr>
        <p:txBody>
          <a:bodyPr>
            <a:noAutofit/>
          </a:bodyPr>
          <a:lstStyle/>
          <a:p>
            <a:r>
              <a:rPr lang="en-US"/>
              <a:t>TITLE HERE</a:t>
            </a:r>
          </a:p>
        </p:txBody>
      </p:sp>
      <p:sp>
        <p:nvSpPr>
          <p:cNvPr id="10" name="Content Placeholder 2">
            <a:extLst>
              <a:ext uri="{FF2B5EF4-FFF2-40B4-BE49-F238E27FC236}">
                <a16:creationId xmlns:a16="http://schemas.microsoft.com/office/drawing/2014/main" id="{451496B5-80E9-0097-4448-A2EBF1242FC8}"/>
              </a:ext>
            </a:extLst>
          </p:cNvPr>
          <p:cNvSpPr>
            <a:spLocks noGrp="1"/>
          </p:cNvSpPr>
          <p:nvPr>
            <p:ph sz="half" idx="1" hasCustomPrompt="1"/>
          </p:nvPr>
        </p:nvSpPr>
        <p:spPr>
          <a:xfrm>
            <a:off x="584201" y="1761457"/>
            <a:ext cx="4870604" cy="3932242"/>
          </a:xfrm>
          <a:prstGeom prst="rect">
            <a:avLst/>
          </a:prstGeom>
        </p:spPr>
        <p:txBody>
          <a:bodyPr>
            <a:noAutofit/>
          </a:bodyPr>
          <a:lstStyle/>
          <a:p>
            <a:r>
              <a:rPr lang="en-US">
                <a:effectLst/>
                <a:latin typeface="Proxima Nova Rg"/>
              </a:rPr>
              <a:t>Content goes here</a:t>
            </a:r>
          </a:p>
        </p:txBody>
      </p:sp>
      <p:sp>
        <p:nvSpPr>
          <p:cNvPr id="11" name="Text Placeholder 10">
            <a:extLst>
              <a:ext uri="{FF2B5EF4-FFF2-40B4-BE49-F238E27FC236}">
                <a16:creationId xmlns:a16="http://schemas.microsoft.com/office/drawing/2014/main" id="{00B74066-DCD9-7698-3801-EE0EDA11A7F3}"/>
              </a:ext>
            </a:extLst>
          </p:cNvPr>
          <p:cNvSpPr>
            <a:spLocks noGrp="1"/>
          </p:cNvSpPr>
          <p:nvPr>
            <p:ph type="body" sz="quarter" idx="13" hasCustomPrompt="1"/>
          </p:nvPr>
        </p:nvSpPr>
        <p:spPr>
          <a:xfrm>
            <a:off x="584201" y="1100133"/>
            <a:ext cx="4870604" cy="511175"/>
          </a:xfrm>
          <a:prstGeom prst="rect">
            <a:avLst/>
          </a:prstGeom>
        </p:spPr>
        <p:txBody>
          <a:bodyPr>
            <a:noAutofit/>
          </a:bodyPr>
          <a:lstStyle>
            <a:lvl1pPr>
              <a:defRPr sz="2000" b="1"/>
            </a:lvl1pPr>
          </a:lstStyle>
          <a:p>
            <a:pPr lvl="0"/>
            <a:r>
              <a:rPr lang="en-US"/>
              <a:t>Subhead Text</a:t>
            </a:r>
          </a:p>
        </p:txBody>
      </p:sp>
      <p:pic>
        <p:nvPicPr>
          <p:cNvPr id="4" name="Picture 3" descr="A black background with yellow lines&#10;&#10;AI-generated content may be incorrect.">
            <a:extLst>
              <a:ext uri="{FF2B5EF4-FFF2-40B4-BE49-F238E27FC236}">
                <a16:creationId xmlns:a16="http://schemas.microsoft.com/office/drawing/2014/main" id="{45DB373E-CA00-4E0C-3212-65182C3AB464}"/>
              </a:ext>
            </a:extLst>
          </p:cNvPr>
          <p:cNvPicPr>
            <a:picLocks noChangeAspect="1"/>
          </p:cNvPicPr>
          <p:nvPr userDrawn="1"/>
        </p:nvPicPr>
        <p:blipFill>
          <a:blip r:embed="rId3"/>
          <a:srcRect r="52497"/>
          <a:stretch/>
        </p:blipFill>
        <p:spPr>
          <a:xfrm>
            <a:off x="163171" y="6090841"/>
            <a:ext cx="1873447" cy="637884"/>
          </a:xfrm>
          <a:prstGeom prst="rect">
            <a:avLst/>
          </a:prstGeom>
        </p:spPr>
      </p:pic>
      <p:sp>
        <p:nvSpPr>
          <p:cNvPr id="5" name="Text Placeholder 12">
            <a:extLst>
              <a:ext uri="{FF2B5EF4-FFF2-40B4-BE49-F238E27FC236}">
                <a16:creationId xmlns:a16="http://schemas.microsoft.com/office/drawing/2014/main" id="{3AED6224-5EDC-3D4C-CE07-AB803AC42F9A}"/>
              </a:ext>
            </a:extLst>
          </p:cNvPr>
          <p:cNvSpPr>
            <a:spLocks noGrp="1"/>
          </p:cNvSpPr>
          <p:nvPr>
            <p:ph type="body" sz="quarter" idx="14" hasCustomPrompt="1"/>
          </p:nvPr>
        </p:nvSpPr>
        <p:spPr>
          <a:xfrm>
            <a:off x="6656679" y="1743075"/>
            <a:ext cx="4865687" cy="257175"/>
          </a:xfrm>
          <a:prstGeom prst="rect">
            <a:avLst/>
          </a:prstGeom>
        </p:spPr>
        <p:txBody>
          <a:bodyPr/>
          <a:lstStyle>
            <a:lvl1pPr>
              <a:defRPr b="1">
                <a:solidFill>
                  <a:schemeClr val="tx2"/>
                </a:solidFill>
              </a:defRPr>
            </a:lvl1pPr>
          </a:lstStyle>
          <a:p>
            <a:pPr lvl="0"/>
            <a:r>
              <a:rPr lang="en-US"/>
              <a:t>CALLOUT OPTION 1</a:t>
            </a:r>
          </a:p>
        </p:txBody>
      </p:sp>
      <p:sp>
        <p:nvSpPr>
          <p:cNvPr id="7" name="Content Placeholder 2">
            <a:extLst>
              <a:ext uri="{FF2B5EF4-FFF2-40B4-BE49-F238E27FC236}">
                <a16:creationId xmlns:a16="http://schemas.microsoft.com/office/drawing/2014/main" id="{AA82D6A2-650C-9CB5-34CC-97A6EF03E872}"/>
              </a:ext>
            </a:extLst>
          </p:cNvPr>
          <p:cNvSpPr>
            <a:spLocks noGrp="1"/>
          </p:cNvSpPr>
          <p:nvPr>
            <p:ph sz="half" idx="15" hasCustomPrompt="1"/>
          </p:nvPr>
        </p:nvSpPr>
        <p:spPr>
          <a:xfrm>
            <a:off x="6654220" y="2000250"/>
            <a:ext cx="4870604" cy="495815"/>
          </a:xfrm>
          <a:prstGeom prst="rect">
            <a:avLst/>
          </a:prstGeom>
        </p:spPr>
        <p:txBody>
          <a:bodyPr>
            <a:noAutofit/>
          </a:bodyPr>
          <a:lstStyle>
            <a:lvl1pPr>
              <a:defRPr sz="1200"/>
            </a:lvl1pPr>
          </a:lstStyle>
          <a:p>
            <a:r>
              <a:rPr lang="en-US">
                <a:effectLst/>
                <a:latin typeface="Proxima Nova Rg"/>
              </a:rPr>
              <a:t>Content goes here</a:t>
            </a:r>
          </a:p>
        </p:txBody>
      </p:sp>
      <p:sp>
        <p:nvSpPr>
          <p:cNvPr id="12" name="Content Placeholder 2">
            <a:extLst>
              <a:ext uri="{FF2B5EF4-FFF2-40B4-BE49-F238E27FC236}">
                <a16:creationId xmlns:a16="http://schemas.microsoft.com/office/drawing/2014/main" id="{361681B5-79A1-1C01-BF54-FC1E3B83F751}"/>
              </a:ext>
            </a:extLst>
          </p:cNvPr>
          <p:cNvSpPr>
            <a:spLocks noGrp="1"/>
          </p:cNvSpPr>
          <p:nvPr>
            <p:ph sz="half" idx="16" hasCustomPrompt="1"/>
          </p:nvPr>
        </p:nvSpPr>
        <p:spPr>
          <a:xfrm>
            <a:off x="6654220" y="2692229"/>
            <a:ext cx="4870604" cy="2670603"/>
          </a:xfrm>
          <a:prstGeom prst="rect">
            <a:avLst/>
          </a:prstGeom>
        </p:spPr>
        <p:txBody>
          <a:bodyPr>
            <a:noAutofit/>
          </a:bodyPr>
          <a:lstStyle>
            <a:lvl1pPr>
              <a:defRPr sz="1200"/>
            </a:lvl1pPr>
          </a:lstStyle>
          <a:p>
            <a:r>
              <a:rPr lang="en-US">
                <a:effectLst/>
                <a:latin typeface="Proxima Nova Rg"/>
              </a:rPr>
              <a:t>Chart</a:t>
            </a:r>
          </a:p>
        </p:txBody>
      </p:sp>
    </p:spTree>
    <p:extLst>
      <p:ext uri="{BB962C8B-B14F-4D97-AF65-F5344CB8AC3E}">
        <p14:creationId xmlns:p14="http://schemas.microsoft.com/office/powerpoint/2010/main" val="10363333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102148-FBCD-1201-39A8-DB36C71B95E7}"/>
              </a:ext>
            </a:extLst>
          </p:cNvPr>
          <p:cNvSpPr/>
          <p:nvPr userDrawn="1"/>
        </p:nvSpPr>
        <p:spPr>
          <a:xfrm>
            <a:off x="0" y="0"/>
            <a:ext cx="12192000" cy="6858000"/>
          </a:xfrm>
          <a:prstGeom prst="rect">
            <a:avLst/>
          </a:prstGeom>
          <a:gradFill>
            <a:gsLst>
              <a:gs pos="0">
                <a:schemeClr val="tx2"/>
              </a:gs>
              <a:gs pos="95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5469B7B5-5FF2-F6E5-790F-F59BE89CB1D8}"/>
              </a:ext>
            </a:extLst>
          </p:cNvPr>
          <p:cNvSpPr>
            <a:spLocks noGrp="1"/>
          </p:cNvSpPr>
          <p:nvPr>
            <p:ph type="ctrTitle" hasCustomPrompt="1"/>
          </p:nvPr>
        </p:nvSpPr>
        <p:spPr>
          <a:xfrm>
            <a:off x="3137838" y="1487253"/>
            <a:ext cx="5916323" cy="1941747"/>
          </a:xfrm>
        </p:spPr>
        <p:txBody>
          <a:bodyPr anchor="b">
            <a:noAutofit/>
          </a:bodyPr>
          <a:lstStyle>
            <a:lvl1pPr algn="ctr">
              <a:defRPr sz="4000">
                <a:solidFill>
                  <a:schemeClr val="bg1"/>
                </a:solidFill>
              </a:defRPr>
            </a:lvl1pPr>
          </a:lstStyle>
          <a:p>
            <a:r>
              <a:rPr lang="en-US"/>
              <a:t>SECTION TITLE</a:t>
            </a:r>
          </a:p>
        </p:txBody>
      </p:sp>
      <p:sp>
        <p:nvSpPr>
          <p:cNvPr id="20" name="Subtitle 2">
            <a:extLst>
              <a:ext uri="{FF2B5EF4-FFF2-40B4-BE49-F238E27FC236}">
                <a16:creationId xmlns:a16="http://schemas.microsoft.com/office/drawing/2014/main" id="{613F904E-5A41-78A7-C3FC-72B2674BE529}"/>
              </a:ext>
            </a:extLst>
          </p:cNvPr>
          <p:cNvSpPr>
            <a:spLocks noGrp="1"/>
          </p:cNvSpPr>
          <p:nvPr>
            <p:ph type="subTitle" idx="1" hasCustomPrompt="1"/>
          </p:nvPr>
        </p:nvSpPr>
        <p:spPr>
          <a:xfrm>
            <a:off x="1698171" y="3553054"/>
            <a:ext cx="8752115" cy="1655762"/>
          </a:xfrm>
          <a:prstGeom prst="rect">
            <a:avLst/>
          </a:prstGeom>
        </p:spPr>
        <p:txBody>
          <a:bodyPr>
            <a:noAutofit/>
          </a:bodyPr>
          <a:lstStyle>
            <a:lvl1pPr marL="0" indent="0" algn="ctr">
              <a:buNone/>
              <a:defRPr sz="2400" b="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a:t>
            </a:r>
          </a:p>
        </p:txBody>
      </p:sp>
      <p:sp>
        <p:nvSpPr>
          <p:cNvPr id="2" name="Footer Placeholder 4">
            <a:extLst>
              <a:ext uri="{FF2B5EF4-FFF2-40B4-BE49-F238E27FC236}">
                <a16:creationId xmlns:a16="http://schemas.microsoft.com/office/drawing/2014/main" id="{23C284BC-5B36-BFF2-43F7-3006621479E5}"/>
              </a:ext>
            </a:extLst>
          </p:cNvPr>
          <p:cNvSpPr txBox="1">
            <a:spLocks/>
          </p:cNvSpPr>
          <p:nvPr userDrawn="1"/>
        </p:nvSpPr>
        <p:spPr>
          <a:xfrm>
            <a:off x="8589116" y="6330312"/>
            <a:ext cx="2931036" cy="365125"/>
          </a:xfrm>
          <a:prstGeom prst="rect">
            <a:avLst/>
          </a:prstGeom>
        </p:spPr>
        <p:txBody>
          <a:bodyPr vert="horz" lIns="91440" tIns="45720" rIns="91440" bIns="45720" rtlCol="0" anchor="ctr"/>
          <a:lstStyle>
            <a:defPPr>
              <a:defRPr lang="en-US"/>
            </a:defPPr>
            <a:lvl1pPr marL="0" algn="ctr" defTabSz="914400" rtl="0" eaLnBrk="1" latinLnBrk="0" hangingPunct="1">
              <a:defRPr sz="700" kern="1200">
                <a:ln>
                  <a:noFill/>
                </a:ln>
                <a:solidFill>
                  <a:schemeClr val="bg2">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solidFill>
                  <a:schemeClr val="bg1"/>
                </a:solidFill>
                <a:latin typeface="Helvetica" pitchFamily="2" charset="0"/>
              </a:rPr>
              <a:t>©2025 DEPCOM Power. All Rights Reserved.</a:t>
            </a:r>
          </a:p>
        </p:txBody>
      </p:sp>
      <p:sp>
        <p:nvSpPr>
          <p:cNvPr id="3" name="TextBox 2">
            <a:extLst>
              <a:ext uri="{FF2B5EF4-FFF2-40B4-BE49-F238E27FC236}">
                <a16:creationId xmlns:a16="http://schemas.microsoft.com/office/drawing/2014/main" id="{7A3840BB-AE14-ABFC-6059-AFF7E6AFF84F}"/>
              </a:ext>
            </a:extLst>
          </p:cNvPr>
          <p:cNvSpPr txBox="1"/>
          <p:nvPr userDrawn="1"/>
        </p:nvSpPr>
        <p:spPr>
          <a:xfrm>
            <a:off x="11487426" y="6397458"/>
            <a:ext cx="325730" cy="230832"/>
          </a:xfrm>
          <a:prstGeom prst="rect">
            <a:avLst/>
          </a:prstGeom>
          <a:noFill/>
        </p:spPr>
        <p:txBody>
          <a:bodyPr wrap="none" rtlCol="0">
            <a:spAutoFit/>
          </a:bodyPr>
          <a:lstStyle/>
          <a:p>
            <a:fld id="{4D51CDB7-DDC1-AC48-A083-7C7ABDACCA77}" type="slidenum">
              <a:rPr lang="en-US" sz="900" smtClean="0">
                <a:solidFill>
                  <a:schemeClr val="tx2"/>
                </a:solidFill>
              </a:rPr>
              <a:t>‹#›</a:t>
            </a:fld>
            <a:endParaRPr lang="en-US">
              <a:solidFill>
                <a:schemeClr val="tx2"/>
              </a:solidFill>
            </a:endParaRPr>
          </a:p>
        </p:txBody>
      </p:sp>
    </p:spTree>
    <p:extLst>
      <p:ext uri="{BB962C8B-B14F-4D97-AF65-F5344CB8AC3E}">
        <p14:creationId xmlns:p14="http://schemas.microsoft.com/office/powerpoint/2010/main" val="17749496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7" name="Picture 16" descr="A graph paper with a black background&#10;&#10;AI-generated content may be incorrect.">
            <a:extLst>
              <a:ext uri="{FF2B5EF4-FFF2-40B4-BE49-F238E27FC236}">
                <a16:creationId xmlns:a16="http://schemas.microsoft.com/office/drawing/2014/main" id="{949DAA91-C234-6A47-176F-756133CAE7C6}"/>
              </a:ext>
            </a:extLst>
          </p:cNvPr>
          <p:cNvPicPr/>
          <p:nvPr userDrawn="1"/>
        </p:nvPicPr>
        <p:blipFill>
          <a:blip r:embed="rId2"/>
          <a:srcRect t="53308" r="30265"/>
          <a:stretch/>
        </p:blipFill>
        <p:spPr>
          <a:xfrm>
            <a:off x="687784" y="0"/>
            <a:ext cx="7569241" cy="5671569"/>
          </a:xfrm>
          <a:prstGeom prst="rect">
            <a:avLst/>
          </a:prstGeom>
        </p:spPr>
      </p:pic>
      <p:sp>
        <p:nvSpPr>
          <p:cNvPr id="9" name="Title 1">
            <a:extLst>
              <a:ext uri="{FF2B5EF4-FFF2-40B4-BE49-F238E27FC236}">
                <a16:creationId xmlns:a16="http://schemas.microsoft.com/office/drawing/2014/main" id="{B9DC4558-AF08-A7C2-AF76-49DA38E4842B}"/>
              </a:ext>
            </a:extLst>
          </p:cNvPr>
          <p:cNvSpPr>
            <a:spLocks noGrp="1"/>
          </p:cNvSpPr>
          <p:nvPr>
            <p:ph type="ctrTitle" hasCustomPrompt="1"/>
          </p:nvPr>
        </p:nvSpPr>
        <p:spPr>
          <a:xfrm>
            <a:off x="939222" y="1947150"/>
            <a:ext cx="5916323" cy="1941747"/>
          </a:xfrm>
        </p:spPr>
        <p:txBody>
          <a:bodyPr anchor="b">
            <a:noAutofit/>
          </a:bodyPr>
          <a:lstStyle>
            <a:lvl1pPr algn="l">
              <a:defRPr sz="5000">
                <a:solidFill>
                  <a:schemeClr val="accent2"/>
                </a:solidFill>
              </a:defRPr>
            </a:lvl1pPr>
          </a:lstStyle>
          <a:p>
            <a:r>
              <a:rPr lang="en-US"/>
              <a:t>THANK YOU</a:t>
            </a:r>
          </a:p>
        </p:txBody>
      </p:sp>
      <p:sp>
        <p:nvSpPr>
          <p:cNvPr id="11" name="Rectangle 10">
            <a:extLst>
              <a:ext uri="{FF2B5EF4-FFF2-40B4-BE49-F238E27FC236}">
                <a16:creationId xmlns:a16="http://schemas.microsoft.com/office/drawing/2014/main" id="{415C2281-4F76-6176-0952-CB34CDC71BD2}"/>
              </a:ext>
            </a:extLst>
          </p:cNvPr>
          <p:cNvSpPr/>
          <p:nvPr userDrawn="1"/>
        </p:nvSpPr>
        <p:spPr>
          <a:xfrm>
            <a:off x="0" y="1"/>
            <a:ext cx="67728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F44E7BF9-3C16-4CB0-0C20-9B06FF25B72F}"/>
              </a:ext>
            </a:extLst>
          </p:cNvPr>
          <p:cNvCxnSpPr>
            <a:cxnSpLocks/>
          </p:cNvCxnSpPr>
          <p:nvPr userDrawn="1"/>
        </p:nvCxnSpPr>
        <p:spPr>
          <a:xfrm>
            <a:off x="677286" y="0"/>
            <a:ext cx="10498" cy="6857999"/>
          </a:xfrm>
          <a:prstGeom prst="line">
            <a:avLst/>
          </a:prstGeom>
        </p:spPr>
        <p:style>
          <a:lnRef idx="2">
            <a:schemeClr val="accent3"/>
          </a:lnRef>
          <a:fillRef idx="0">
            <a:schemeClr val="accent3"/>
          </a:fillRef>
          <a:effectRef idx="1">
            <a:schemeClr val="accent3"/>
          </a:effectRef>
          <a:fontRef idx="minor">
            <a:schemeClr val="tx1"/>
          </a:fontRef>
        </p:style>
      </p:cxnSp>
      <p:sp>
        <p:nvSpPr>
          <p:cNvPr id="14" name="Rectangle 13">
            <a:extLst>
              <a:ext uri="{FF2B5EF4-FFF2-40B4-BE49-F238E27FC236}">
                <a16:creationId xmlns:a16="http://schemas.microsoft.com/office/drawing/2014/main" id="{E56DB911-09C7-611F-9C9C-EDC82D60596A}"/>
              </a:ext>
            </a:extLst>
          </p:cNvPr>
          <p:cNvSpPr/>
          <p:nvPr userDrawn="1"/>
        </p:nvSpPr>
        <p:spPr>
          <a:xfrm rot="10800000">
            <a:off x="677287" y="3898570"/>
            <a:ext cx="3996312" cy="22129"/>
          </a:xfrm>
          <a:prstGeom prst="rect">
            <a:avLst/>
          </a:prstGeom>
          <a:gradFill flip="none" rotWithShape="1">
            <a:gsLst>
              <a:gs pos="0">
                <a:schemeClr val="tx2">
                  <a:alpha val="0"/>
                </a:schemeClr>
              </a:gs>
              <a:gs pos="53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black background with yellow lines&#10;&#10;AI-generated content may be incorrect.">
            <a:extLst>
              <a:ext uri="{FF2B5EF4-FFF2-40B4-BE49-F238E27FC236}">
                <a16:creationId xmlns:a16="http://schemas.microsoft.com/office/drawing/2014/main" id="{73480FD5-9A47-0555-427D-91558155C15E}"/>
              </a:ext>
            </a:extLst>
          </p:cNvPr>
          <p:cNvPicPr>
            <a:picLocks noChangeAspect="1"/>
          </p:cNvPicPr>
          <p:nvPr userDrawn="1"/>
        </p:nvPicPr>
        <p:blipFill>
          <a:blip r:embed="rId3"/>
          <a:stretch>
            <a:fillRect/>
          </a:stretch>
        </p:blipFill>
        <p:spPr>
          <a:xfrm>
            <a:off x="871374" y="953489"/>
            <a:ext cx="3863523" cy="637884"/>
          </a:xfrm>
          <a:prstGeom prst="rect">
            <a:avLst/>
          </a:prstGeom>
        </p:spPr>
      </p:pic>
      <p:sp>
        <p:nvSpPr>
          <p:cNvPr id="18" name="Footer Placeholder 4">
            <a:extLst>
              <a:ext uri="{FF2B5EF4-FFF2-40B4-BE49-F238E27FC236}">
                <a16:creationId xmlns:a16="http://schemas.microsoft.com/office/drawing/2014/main" id="{CD38F591-EA45-DD76-E641-FB77CFEC12DC}"/>
              </a:ext>
            </a:extLst>
          </p:cNvPr>
          <p:cNvSpPr txBox="1">
            <a:spLocks/>
          </p:cNvSpPr>
          <p:nvPr userDrawn="1"/>
        </p:nvSpPr>
        <p:spPr>
          <a:xfrm>
            <a:off x="-4165" y="6330312"/>
            <a:ext cx="2931036" cy="365125"/>
          </a:xfrm>
          <a:prstGeom prst="rect">
            <a:avLst/>
          </a:prstGeom>
        </p:spPr>
        <p:txBody>
          <a:bodyPr vert="horz" lIns="91440" tIns="45720" rIns="91440" bIns="45720" rtlCol="0" anchor="ctr"/>
          <a:lstStyle>
            <a:defPPr>
              <a:defRPr lang="en-US"/>
            </a:defPPr>
            <a:lvl1pPr marL="0" algn="ctr" defTabSz="914400" rtl="0" eaLnBrk="1" latinLnBrk="0" hangingPunct="1">
              <a:defRPr sz="700" kern="1200">
                <a:ln>
                  <a:noFill/>
                </a:ln>
                <a:solidFill>
                  <a:schemeClr val="bg2">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atin typeface="Helvetica" pitchFamily="2" charset="0"/>
              </a:rPr>
              <a:t>©2025 DEPCOM Power. All Rights Reserved.</a:t>
            </a:r>
          </a:p>
        </p:txBody>
      </p:sp>
    </p:spTree>
    <p:extLst>
      <p:ext uri="{BB962C8B-B14F-4D97-AF65-F5344CB8AC3E}">
        <p14:creationId xmlns:p14="http://schemas.microsoft.com/office/powerpoint/2010/main" val="24679380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descr="A graph paper with a black background&#10;&#10;AI-generated content may be incorrect.">
            <a:extLst>
              <a:ext uri="{FF2B5EF4-FFF2-40B4-BE49-F238E27FC236}">
                <a16:creationId xmlns:a16="http://schemas.microsoft.com/office/drawing/2014/main" id="{D2A1DE11-B37D-1C2D-8B0D-87AB3AD516F8}"/>
              </a:ext>
            </a:extLst>
          </p:cNvPr>
          <p:cNvPicPr/>
          <p:nvPr userDrawn="1"/>
        </p:nvPicPr>
        <p:blipFill>
          <a:blip r:embed="rId2"/>
          <a:srcRect t="53308" r="30265"/>
          <a:stretch/>
        </p:blipFill>
        <p:spPr>
          <a:xfrm>
            <a:off x="687784" y="0"/>
            <a:ext cx="7569241" cy="5671569"/>
          </a:xfrm>
          <a:prstGeom prst="rect">
            <a:avLst/>
          </a:prstGeom>
        </p:spPr>
      </p:pic>
      <p:sp>
        <p:nvSpPr>
          <p:cNvPr id="5" name="Title 1">
            <a:extLst>
              <a:ext uri="{FF2B5EF4-FFF2-40B4-BE49-F238E27FC236}">
                <a16:creationId xmlns:a16="http://schemas.microsoft.com/office/drawing/2014/main" id="{B7D0EC3F-44A6-B262-4852-550C9F42CCFB}"/>
              </a:ext>
            </a:extLst>
          </p:cNvPr>
          <p:cNvSpPr>
            <a:spLocks noGrp="1"/>
          </p:cNvSpPr>
          <p:nvPr>
            <p:ph type="ctrTitle" hasCustomPrompt="1"/>
          </p:nvPr>
        </p:nvSpPr>
        <p:spPr>
          <a:xfrm>
            <a:off x="939222" y="1947150"/>
            <a:ext cx="5916323" cy="1941747"/>
          </a:xfrm>
        </p:spPr>
        <p:txBody>
          <a:bodyPr anchor="b">
            <a:noAutofit/>
          </a:bodyPr>
          <a:lstStyle>
            <a:lvl1pPr algn="l">
              <a:defRPr sz="5000">
                <a:solidFill>
                  <a:schemeClr val="accent2"/>
                </a:solidFill>
              </a:defRPr>
            </a:lvl1pPr>
          </a:lstStyle>
          <a:p>
            <a:r>
              <a:rPr lang="en-US"/>
              <a:t>THANK YOU</a:t>
            </a:r>
          </a:p>
        </p:txBody>
      </p:sp>
      <p:sp>
        <p:nvSpPr>
          <p:cNvPr id="6" name="Rectangle 5">
            <a:extLst>
              <a:ext uri="{FF2B5EF4-FFF2-40B4-BE49-F238E27FC236}">
                <a16:creationId xmlns:a16="http://schemas.microsoft.com/office/drawing/2014/main" id="{AE3252C2-E118-F390-53A0-FFD19029B963}"/>
              </a:ext>
            </a:extLst>
          </p:cNvPr>
          <p:cNvSpPr/>
          <p:nvPr userDrawn="1"/>
        </p:nvSpPr>
        <p:spPr>
          <a:xfrm>
            <a:off x="0" y="1"/>
            <a:ext cx="67728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1C83610-F9D9-3990-5A58-F69452CF84F9}"/>
              </a:ext>
            </a:extLst>
          </p:cNvPr>
          <p:cNvCxnSpPr>
            <a:cxnSpLocks/>
          </p:cNvCxnSpPr>
          <p:nvPr userDrawn="1"/>
        </p:nvCxnSpPr>
        <p:spPr>
          <a:xfrm>
            <a:off x="677286" y="0"/>
            <a:ext cx="10498" cy="6857999"/>
          </a:xfrm>
          <a:prstGeom prst="line">
            <a:avLst/>
          </a:prstGeom>
        </p:spPr>
        <p:style>
          <a:lnRef idx="2">
            <a:schemeClr val="accent3"/>
          </a:lnRef>
          <a:fillRef idx="0">
            <a:schemeClr val="accent3"/>
          </a:fillRef>
          <a:effectRef idx="1">
            <a:schemeClr val="accent3"/>
          </a:effectRef>
          <a:fontRef idx="minor">
            <a:schemeClr val="tx1"/>
          </a:fontRef>
        </p:style>
      </p:cxnSp>
      <p:sp>
        <p:nvSpPr>
          <p:cNvPr id="11" name="Rectangle 10">
            <a:extLst>
              <a:ext uri="{FF2B5EF4-FFF2-40B4-BE49-F238E27FC236}">
                <a16:creationId xmlns:a16="http://schemas.microsoft.com/office/drawing/2014/main" id="{8BA777AE-A1B3-D24F-5733-299997EF937C}"/>
              </a:ext>
            </a:extLst>
          </p:cNvPr>
          <p:cNvSpPr/>
          <p:nvPr userDrawn="1"/>
        </p:nvSpPr>
        <p:spPr>
          <a:xfrm rot="10800000">
            <a:off x="677287" y="3898570"/>
            <a:ext cx="3996312" cy="22129"/>
          </a:xfrm>
          <a:prstGeom prst="rect">
            <a:avLst/>
          </a:prstGeom>
          <a:gradFill flip="none" rotWithShape="1">
            <a:gsLst>
              <a:gs pos="0">
                <a:schemeClr val="tx2">
                  <a:alpha val="0"/>
                </a:schemeClr>
              </a:gs>
              <a:gs pos="53000">
                <a:schemeClr val="tx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background with yellow lines&#10;&#10;AI-generated content may be incorrect.">
            <a:extLst>
              <a:ext uri="{FF2B5EF4-FFF2-40B4-BE49-F238E27FC236}">
                <a16:creationId xmlns:a16="http://schemas.microsoft.com/office/drawing/2014/main" id="{72EDDE63-BCAF-6091-B381-4B7FCC14C23B}"/>
              </a:ext>
            </a:extLst>
          </p:cNvPr>
          <p:cNvPicPr>
            <a:picLocks noChangeAspect="1"/>
          </p:cNvPicPr>
          <p:nvPr userDrawn="1"/>
        </p:nvPicPr>
        <p:blipFill>
          <a:blip r:embed="rId3"/>
          <a:srcRect r="52899"/>
          <a:stretch/>
        </p:blipFill>
        <p:spPr>
          <a:xfrm>
            <a:off x="871374" y="953489"/>
            <a:ext cx="1819765" cy="637884"/>
          </a:xfrm>
          <a:prstGeom prst="rect">
            <a:avLst/>
          </a:prstGeom>
        </p:spPr>
      </p:pic>
      <p:sp>
        <p:nvSpPr>
          <p:cNvPr id="14" name="Footer Placeholder 4">
            <a:extLst>
              <a:ext uri="{FF2B5EF4-FFF2-40B4-BE49-F238E27FC236}">
                <a16:creationId xmlns:a16="http://schemas.microsoft.com/office/drawing/2014/main" id="{3A3C622F-7DD2-E00E-0401-8039DA02D734}"/>
              </a:ext>
            </a:extLst>
          </p:cNvPr>
          <p:cNvSpPr txBox="1">
            <a:spLocks/>
          </p:cNvSpPr>
          <p:nvPr userDrawn="1"/>
        </p:nvSpPr>
        <p:spPr>
          <a:xfrm>
            <a:off x="-4165" y="6330312"/>
            <a:ext cx="2931036" cy="365125"/>
          </a:xfrm>
          <a:prstGeom prst="rect">
            <a:avLst/>
          </a:prstGeom>
        </p:spPr>
        <p:txBody>
          <a:bodyPr vert="horz" lIns="91440" tIns="45720" rIns="91440" bIns="45720" rtlCol="0" anchor="ctr"/>
          <a:lstStyle>
            <a:defPPr>
              <a:defRPr lang="en-US"/>
            </a:defPPr>
            <a:lvl1pPr marL="0" algn="ctr" defTabSz="914400" rtl="0" eaLnBrk="1" latinLnBrk="0" hangingPunct="1">
              <a:defRPr sz="700" kern="1200">
                <a:ln>
                  <a:noFill/>
                </a:ln>
                <a:solidFill>
                  <a:schemeClr val="bg2">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atin typeface="Helvetica" pitchFamily="2" charset="0"/>
              </a:rPr>
              <a:t>©2025 DEPCOM Power. All Rights Reserved.</a:t>
            </a:r>
          </a:p>
        </p:txBody>
      </p:sp>
    </p:spTree>
    <p:extLst>
      <p:ext uri="{BB962C8B-B14F-4D97-AF65-F5344CB8AC3E}">
        <p14:creationId xmlns:p14="http://schemas.microsoft.com/office/powerpoint/2010/main" val="24352538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Top Header">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2C96E2C-31A2-E871-744D-2B0B3159E898}"/>
              </a:ext>
            </a:extLst>
          </p:cNvPr>
          <p:cNvSpPr>
            <a:spLocks noGrp="1"/>
          </p:cNvSpPr>
          <p:nvPr>
            <p:ph type="body" sz="quarter" idx="19" hasCustomPrompt="1"/>
          </p:nvPr>
        </p:nvSpPr>
        <p:spPr>
          <a:xfrm>
            <a:off x="832104" y="868680"/>
            <a:ext cx="10978896" cy="539496"/>
          </a:xfrm>
          <a:prstGeom prst="rect">
            <a:avLst/>
          </a:prstGeom>
        </p:spPr>
        <p:txBody>
          <a:bodyPr lIns="91440"/>
          <a:lstStyle>
            <a:lvl1pPr marL="0" indent="0">
              <a:buNone/>
              <a:defRPr sz="2800" b="1"/>
            </a:lvl1pPr>
            <a:lvl2pPr marL="295275" indent="0">
              <a:buNone/>
              <a:defRPr sz="2800" b="1"/>
            </a:lvl2pPr>
            <a:lvl3pPr marL="517525" indent="0">
              <a:buNone/>
              <a:defRPr sz="2800" b="1"/>
            </a:lvl3pPr>
            <a:lvl4pPr marL="685800" indent="0">
              <a:buNone/>
              <a:defRPr sz="2800" b="1"/>
            </a:lvl4pPr>
            <a:lvl5pPr marL="914400" indent="0">
              <a:buNone/>
              <a:defRPr sz="2800" b="1"/>
            </a:lvl5pPr>
          </a:lstStyle>
          <a:p>
            <a:pPr lvl="0"/>
            <a:r>
              <a:rPr lang="en-US"/>
              <a:t>Subtitle</a:t>
            </a:r>
          </a:p>
        </p:txBody>
      </p:sp>
      <p:sp>
        <p:nvSpPr>
          <p:cNvPr id="10" name="Title Placeholder 1">
            <a:extLst>
              <a:ext uri="{FF2B5EF4-FFF2-40B4-BE49-F238E27FC236}">
                <a16:creationId xmlns:a16="http://schemas.microsoft.com/office/drawing/2014/main" id="{64EB7FF7-A817-44A3-83BB-A273EE2564E8}"/>
              </a:ext>
            </a:extLst>
          </p:cNvPr>
          <p:cNvSpPr>
            <a:spLocks noGrp="1"/>
          </p:cNvSpPr>
          <p:nvPr>
            <p:ph type="title"/>
          </p:nvPr>
        </p:nvSpPr>
        <p:spPr>
          <a:xfrm>
            <a:off x="832104" y="237744"/>
            <a:ext cx="7315200" cy="612648"/>
          </a:xfrm>
          <a:prstGeom prst="rect">
            <a:avLst/>
          </a:prstGeom>
        </p:spPr>
        <p:txBody>
          <a:bodyPr vert="horz" lIns="91440" tIns="0" rIns="0" bIns="0" rtlCol="0" anchor="ctr">
            <a:noAutofit/>
          </a:bodyPr>
          <a:lstStyle/>
          <a:p>
            <a:r>
              <a:rPr lang="en-US"/>
              <a:t>Click to edit Master title style</a:t>
            </a:r>
          </a:p>
        </p:txBody>
      </p:sp>
      <p:pic>
        <p:nvPicPr>
          <p:cNvPr id="14" name="Picture 13">
            <a:extLst>
              <a:ext uri="{FF2B5EF4-FFF2-40B4-BE49-F238E27FC236}">
                <a16:creationId xmlns:a16="http://schemas.microsoft.com/office/drawing/2014/main" id="{B5EFF46D-16C3-5A8E-1133-77F9A22CF7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1259"/>
          <a:stretch/>
        </p:blipFill>
        <p:spPr>
          <a:xfrm>
            <a:off x="0" y="340564"/>
            <a:ext cx="815302" cy="321673"/>
          </a:xfrm>
          <a:prstGeom prst="rect">
            <a:avLst/>
          </a:prstGeom>
        </p:spPr>
      </p:pic>
      <p:sp>
        <p:nvSpPr>
          <p:cNvPr id="38" name="Chart Placeholder 2">
            <a:extLst>
              <a:ext uri="{FF2B5EF4-FFF2-40B4-BE49-F238E27FC236}">
                <a16:creationId xmlns:a16="http://schemas.microsoft.com/office/drawing/2014/main" id="{9D7F9CE4-6F85-FCF4-8654-4CA2EC7E8E7A}"/>
              </a:ext>
            </a:extLst>
          </p:cNvPr>
          <p:cNvSpPr>
            <a:spLocks noGrp="1"/>
          </p:cNvSpPr>
          <p:nvPr>
            <p:ph type="chart" sz="quarter" idx="21"/>
          </p:nvPr>
        </p:nvSpPr>
        <p:spPr>
          <a:xfrm>
            <a:off x="800101" y="1606858"/>
            <a:ext cx="5276392" cy="4374842"/>
          </a:xfrm>
          <a:prstGeom prst="rect">
            <a:avLst/>
          </a:prstGeom>
        </p:spPr>
        <p:txBody>
          <a:bodyPr/>
          <a:lstStyle/>
          <a:p>
            <a:endParaRPr lang="en-PH"/>
          </a:p>
        </p:txBody>
      </p:sp>
      <p:sp>
        <p:nvSpPr>
          <p:cNvPr id="39" name="Chart Placeholder 2">
            <a:extLst>
              <a:ext uri="{FF2B5EF4-FFF2-40B4-BE49-F238E27FC236}">
                <a16:creationId xmlns:a16="http://schemas.microsoft.com/office/drawing/2014/main" id="{CD7F20E3-6E2B-67BB-647D-89690AA0404E}"/>
              </a:ext>
            </a:extLst>
          </p:cNvPr>
          <p:cNvSpPr>
            <a:spLocks noGrp="1"/>
          </p:cNvSpPr>
          <p:nvPr>
            <p:ph type="chart" sz="quarter" idx="22"/>
          </p:nvPr>
        </p:nvSpPr>
        <p:spPr>
          <a:xfrm>
            <a:off x="6534608" y="1606858"/>
            <a:ext cx="5276392" cy="4374842"/>
          </a:xfrm>
          <a:prstGeom prst="rect">
            <a:avLst/>
          </a:prstGeom>
        </p:spPr>
        <p:txBody>
          <a:bodyPr/>
          <a:lstStyle/>
          <a:p>
            <a:endParaRPr lang="en-PH"/>
          </a:p>
        </p:txBody>
      </p:sp>
    </p:spTree>
    <p:extLst>
      <p:ext uri="{BB962C8B-B14F-4D97-AF65-F5344CB8AC3E}">
        <p14:creationId xmlns:p14="http://schemas.microsoft.com/office/powerpoint/2010/main" val="2408864949"/>
      </p:ext>
    </p:extLst>
  </p:cSld>
  <p:clrMapOvr>
    <a:masterClrMapping/>
  </p:clrMapOvr>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op Heade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B478465-72A0-7A2D-A9CA-D96738E39CE1}"/>
              </a:ext>
            </a:extLst>
          </p:cNvPr>
          <p:cNvSpPr>
            <a:spLocks noGrp="1"/>
          </p:cNvSpPr>
          <p:nvPr>
            <p:ph type="title"/>
          </p:nvPr>
        </p:nvSpPr>
        <p:spPr>
          <a:xfrm>
            <a:off x="832104" y="237744"/>
            <a:ext cx="7315200" cy="612648"/>
          </a:xfrm>
          <a:prstGeom prst="rect">
            <a:avLst/>
          </a:prstGeom>
        </p:spPr>
        <p:txBody>
          <a:bodyPr vert="horz" lIns="91440" tIns="0" rIns="0" bIns="0" rtlCol="0" anchor="ctr">
            <a:noAutofit/>
          </a:bodyPr>
          <a:lstStyle/>
          <a:p>
            <a:r>
              <a:rPr lang="en-US"/>
              <a:t>Click to edit Master title style</a:t>
            </a:r>
          </a:p>
        </p:txBody>
      </p:sp>
      <p:pic>
        <p:nvPicPr>
          <p:cNvPr id="6" name="Picture 5">
            <a:extLst>
              <a:ext uri="{FF2B5EF4-FFF2-40B4-BE49-F238E27FC236}">
                <a16:creationId xmlns:a16="http://schemas.microsoft.com/office/drawing/2014/main" id="{3FF70215-D642-9CEB-CEE5-FFB7CB93B6B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1259"/>
          <a:stretch/>
        </p:blipFill>
        <p:spPr>
          <a:xfrm>
            <a:off x="0" y="340564"/>
            <a:ext cx="815302" cy="321673"/>
          </a:xfrm>
          <a:prstGeom prst="rect">
            <a:avLst/>
          </a:prstGeom>
        </p:spPr>
      </p:pic>
    </p:spTree>
    <p:extLst>
      <p:ext uri="{BB962C8B-B14F-4D97-AF65-F5344CB8AC3E}">
        <p14:creationId xmlns:p14="http://schemas.microsoft.com/office/powerpoint/2010/main" val="1466341589"/>
      </p:ext>
    </p:extLst>
  </p:cSld>
  <p:clrMapOvr>
    <a:masterClrMapping/>
  </p:clrMapOvr>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AD043-6EBA-CC36-273D-8D755F7B9C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8513E3-0822-FC96-4846-A218E1A25B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84F8C3-AC77-EADE-0F20-5366F14070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B7A4CA-2ADD-ED25-AF42-4ECF3631EF8F}"/>
              </a:ext>
            </a:extLst>
          </p:cNvPr>
          <p:cNvSpPr>
            <a:spLocks noGrp="1"/>
          </p:cNvSpPr>
          <p:nvPr>
            <p:ph type="dt" sz="half" idx="10"/>
          </p:nvPr>
        </p:nvSpPr>
        <p:spPr/>
        <p:txBody>
          <a:bodyPr/>
          <a:lstStyle/>
          <a:p>
            <a:fld id="{D79DC913-1F4B-495C-B6FB-C74E4EE2E95F}" type="datetimeFigureOut">
              <a:rPr lang="en-US" smtClean="0"/>
              <a:t>1/23/2026</a:t>
            </a:fld>
            <a:endParaRPr lang="en-US"/>
          </a:p>
        </p:txBody>
      </p:sp>
      <p:sp>
        <p:nvSpPr>
          <p:cNvPr id="6" name="Footer Placeholder 5">
            <a:extLst>
              <a:ext uri="{FF2B5EF4-FFF2-40B4-BE49-F238E27FC236}">
                <a16:creationId xmlns:a16="http://schemas.microsoft.com/office/drawing/2014/main" id="{D7F10B63-7AFF-5256-5D4B-6282C65576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C8C025-FA03-E0DE-7D5B-E6C33D5B1986}"/>
              </a:ext>
            </a:extLst>
          </p:cNvPr>
          <p:cNvSpPr>
            <a:spLocks noGrp="1"/>
          </p:cNvSpPr>
          <p:nvPr>
            <p:ph type="sldNum" sz="quarter" idx="12"/>
          </p:nvPr>
        </p:nvSpPr>
        <p:spPr/>
        <p:txBody>
          <a:bodyPr/>
          <a:lstStyle/>
          <a:p>
            <a:fld id="{47980479-C718-4831-B7B7-80CB7CE7A380}" type="slidenum">
              <a:rPr lang="en-US" smtClean="0"/>
              <a:t>‹#›</a:t>
            </a:fld>
            <a:endParaRPr lang="en-US"/>
          </a:p>
        </p:txBody>
      </p:sp>
    </p:spTree>
    <p:extLst>
      <p:ext uri="{BB962C8B-B14F-4D97-AF65-F5344CB8AC3E}">
        <p14:creationId xmlns:p14="http://schemas.microsoft.com/office/powerpoint/2010/main" val="3528433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E50A-0734-2636-8ED7-6A38D5A6E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CB3892-BD8F-DFFF-2FDD-057F03D8A6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BC8CF6-E1FA-25E2-BB71-951CE7A1D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A70FF7-F0B1-B23E-34E1-917F3D501BC6}"/>
              </a:ext>
            </a:extLst>
          </p:cNvPr>
          <p:cNvSpPr>
            <a:spLocks noGrp="1"/>
          </p:cNvSpPr>
          <p:nvPr>
            <p:ph type="dt" sz="half" idx="10"/>
          </p:nvPr>
        </p:nvSpPr>
        <p:spPr/>
        <p:txBody>
          <a:bodyPr/>
          <a:lstStyle/>
          <a:p>
            <a:fld id="{D79DC913-1F4B-495C-B6FB-C74E4EE2E95F}" type="datetimeFigureOut">
              <a:rPr lang="en-US" smtClean="0"/>
              <a:t>1/23/2026</a:t>
            </a:fld>
            <a:endParaRPr lang="en-US"/>
          </a:p>
        </p:txBody>
      </p:sp>
      <p:sp>
        <p:nvSpPr>
          <p:cNvPr id="6" name="Footer Placeholder 5">
            <a:extLst>
              <a:ext uri="{FF2B5EF4-FFF2-40B4-BE49-F238E27FC236}">
                <a16:creationId xmlns:a16="http://schemas.microsoft.com/office/drawing/2014/main" id="{FD1CBE5B-D4A6-93F8-364B-928AA0C43D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52363F-53CA-D5FF-DD5A-7B3AA53ECDE3}"/>
              </a:ext>
            </a:extLst>
          </p:cNvPr>
          <p:cNvSpPr>
            <a:spLocks noGrp="1"/>
          </p:cNvSpPr>
          <p:nvPr>
            <p:ph type="sldNum" sz="quarter" idx="12"/>
          </p:nvPr>
        </p:nvSpPr>
        <p:spPr/>
        <p:txBody>
          <a:bodyPr/>
          <a:lstStyle/>
          <a:p>
            <a:fld id="{47980479-C718-4831-B7B7-80CB7CE7A380}" type="slidenum">
              <a:rPr lang="en-US" smtClean="0"/>
              <a:t>‹#›</a:t>
            </a:fld>
            <a:endParaRPr lang="en-US"/>
          </a:p>
        </p:txBody>
      </p:sp>
    </p:spTree>
    <p:extLst>
      <p:ext uri="{BB962C8B-B14F-4D97-AF65-F5344CB8AC3E}">
        <p14:creationId xmlns:p14="http://schemas.microsoft.com/office/powerpoint/2010/main" val="37152844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3F72-7206-CAB5-7061-6ACE796218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4CF92F-96F4-93CB-6B5F-84AF7102D2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3C46F4-9987-9C96-C3DC-1C720EF17C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8B6337-3285-7F20-B1C6-60088405B3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F8DA2-662D-DB70-9AF8-2F3CE79E99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2941D4-2075-D7D4-1192-D657C2CDF5CF}"/>
              </a:ext>
            </a:extLst>
          </p:cNvPr>
          <p:cNvSpPr>
            <a:spLocks noGrp="1"/>
          </p:cNvSpPr>
          <p:nvPr>
            <p:ph type="dt" sz="half" idx="10"/>
          </p:nvPr>
        </p:nvSpPr>
        <p:spPr/>
        <p:txBody>
          <a:bodyPr/>
          <a:lstStyle/>
          <a:p>
            <a:fld id="{D79DC913-1F4B-495C-B6FB-C74E4EE2E95F}" type="datetimeFigureOut">
              <a:rPr lang="en-US" smtClean="0"/>
              <a:t>1/23/2026</a:t>
            </a:fld>
            <a:endParaRPr lang="en-US"/>
          </a:p>
        </p:txBody>
      </p:sp>
      <p:sp>
        <p:nvSpPr>
          <p:cNvPr id="8" name="Footer Placeholder 7">
            <a:extLst>
              <a:ext uri="{FF2B5EF4-FFF2-40B4-BE49-F238E27FC236}">
                <a16:creationId xmlns:a16="http://schemas.microsoft.com/office/drawing/2014/main" id="{2214EFC8-E5E0-8D57-A9B2-6405360132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E7B815-D29A-7857-71A8-112C2099091F}"/>
              </a:ext>
            </a:extLst>
          </p:cNvPr>
          <p:cNvSpPr>
            <a:spLocks noGrp="1"/>
          </p:cNvSpPr>
          <p:nvPr>
            <p:ph type="sldNum" sz="quarter" idx="12"/>
          </p:nvPr>
        </p:nvSpPr>
        <p:spPr/>
        <p:txBody>
          <a:bodyPr/>
          <a:lstStyle/>
          <a:p>
            <a:fld id="{47980479-C718-4831-B7B7-80CB7CE7A380}" type="slidenum">
              <a:rPr lang="en-US" smtClean="0"/>
              <a:t>‹#›</a:t>
            </a:fld>
            <a:endParaRPr lang="en-US"/>
          </a:p>
        </p:txBody>
      </p:sp>
    </p:spTree>
    <p:extLst>
      <p:ext uri="{BB962C8B-B14F-4D97-AF65-F5344CB8AC3E}">
        <p14:creationId xmlns:p14="http://schemas.microsoft.com/office/powerpoint/2010/main" val="2436018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theme" Target="../theme/theme2.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5623C6-A67B-4DE7-CB2E-B5961EE2112D}"/>
              </a:ext>
            </a:extLst>
          </p:cNvPr>
          <p:cNvSpPr>
            <a:spLocks noGrp="1"/>
          </p:cNvSpPr>
          <p:nvPr>
            <p:ph type="title"/>
          </p:nvPr>
        </p:nvSpPr>
        <p:spPr>
          <a:xfrm>
            <a:off x="584201" y="647527"/>
            <a:ext cx="10515600" cy="464608"/>
          </a:xfrm>
          <a:prstGeom prst="rect">
            <a:avLst/>
          </a:prstGeom>
        </p:spPr>
        <p:txBody>
          <a:bodyPr vert="horz" lIns="91440" tIns="45720" rIns="91440" bIns="45720" rtlCol="0" anchor="ctr">
            <a:noAutofit/>
          </a:bodyPr>
          <a:lstStyle/>
          <a:p>
            <a:r>
              <a:rPr lang="en-US"/>
              <a:t>TITLE HERE</a:t>
            </a:r>
          </a:p>
        </p:txBody>
      </p:sp>
      <p:sp>
        <p:nvSpPr>
          <p:cNvPr id="5" name="Footer Placeholder 4">
            <a:extLst>
              <a:ext uri="{FF2B5EF4-FFF2-40B4-BE49-F238E27FC236}">
                <a16:creationId xmlns:a16="http://schemas.microsoft.com/office/drawing/2014/main" id="{4B1C373F-1FC5-88E6-D1E5-4D749639E22E}"/>
              </a:ext>
            </a:extLst>
          </p:cNvPr>
          <p:cNvSpPr txBox="1">
            <a:spLocks/>
          </p:cNvSpPr>
          <p:nvPr userDrawn="1"/>
        </p:nvSpPr>
        <p:spPr>
          <a:xfrm>
            <a:off x="8589116" y="6330312"/>
            <a:ext cx="2931036" cy="365125"/>
          </a:xfrm>
          <a:prstGeom prst="rect">
            <a:avLst/>
          </a:prstGeom>
        </p:spPr>
        <p:txBody>
          <a:bodyPr vert="horz" lIns="91440" tIns="45720" rIns="91440" bIns="45720" rtlCol="0" anchor="ctr"/>
          <a:lstStyle>
            <a:defPPr>
              <a:defRPr lang="en-US"/>
            </a:defPPr>
            <a:lvl1pPr marL="0" algn="ctr" defTabSz="914400" rtl="0" eaLnBrk="1" latinLnBrk="0" hangingPunct="1">
              <a:defRPr sz="700" kern="1200">
                <a:ln>
                  <a:noFill/>
                </a:ln>
                <a:solidFill>
                  <a:schemeClr val="bg2">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atin typeface="Helvetica" pitchFamily="2" charset="0"/>
              </a:rPr>
              <a:t>©2025 DEPCOM Power. All Rights Reserved.</a:t>
            </a:r>
          </a:p>
        </p:txBody>
      </p:sp>
      <p:sp>
        <p:nvSpPr>
          <p:cNvPr id="7" name="TextBox 6">
            <a:extLst>
              <a:ext uri="{FF2B5EF4-FFF2-40B4-BE49-F238E27FC236}">
                <a16:creationId xmlns:a16="http://schemas.microsoft.com/office/drawing/2014/main" id="{919499E2-D547-BC49-1617-975F1E3FD9CC}"/>
              </a:ext>
            </a:extLst>
          </p:cNvPr>
          <p:cNvSpPr txBox="1"/>
          <p:nvPr userDrawn="1"/>
        </p:nvSpPr>
        <p:spPr>
          <a:xfrm>
            <a:off x="11487426" y="6397458"/>
            <a:ext cx="325730" cy="230832"/>
          </a:xfrm>
          <a:prstGeom prst="rect">
            <a:avLst/>
          </a:prstGeom>
          <a:noFill/>
        </p:spPr>
        <p:txBody>
          <a:bodyPr wrap="none" rtlCol="0">
            <a:spAutoFit/>
          </a:bodyPr>
          <a:lstStyle/>
          <a:p>
            <a:fld id="{4D51CDB7-DDC1-AC48-A083-7C7ABDACCA77}" type="slidenum">
              <a:rPr lang="en-US" sz="900" smtClean="0">
                <a:solidFill>
                  <a:schemeClr val="tx2"/>
                </a:solidFill>
              </a:rPr>
              <a:t>‹#›</a:t>
            </a:fld>
            <a:endParaRPr lang="en-US">
              <a:solidFill>
                <a:schemeClr val="tx2"/>
              </a:solidFill>
            </a:endParaRPr>
          </a:p>
        </p:txBody>
      </p:sp>
      <p:sp>
        <p:nvSpPr>
          <p:cNvPr id="6" name="Text Placeholder 2">
            <a:extLst>
              <a:ext uri="{FF2B5EF4-FFF2-40B4-BE49-F238E27FC236}">
                <a16:creationId xmlns:a16="http://schemas.microsoft.com/office/drawing/2014/main" id="{704E0906-83E7-5F75-9CD3-2B84CEE87EAB}"/>
              </a:ext>
            </a:extLst>
          </p:cNvPr>
          <p:cNvSpPr>
            <a:spLocks noGrp="1"/>
          </p:cNvSpPr>
          <p:nvPr>
            <p:ph type="body" idx="1"/>
          </p:nvPr>
        </p:nvSpPr>
        <p:spPr>
          <a:xfrm>
            <a:off x="584201" y="1754106"/>
            <a:ext cx="10861943" cy="3778790"/>
          </a:xfrm>
          <a:prstGeom prst="rect">
            <a:avLst/>
          </a:prstGeom>
        </p:spPr>
        <p:txBody>
          <a:bodyPr vert="horz" lIns="91440" tIns="45720" rIns="91440" bIns="45720" rtlCol="0">
            <a:noAutofit/>
          </a:bodyPr>
          <a:lstStyle/>
          <a:p>
            <a:r>
              <a:rPr lang="en-US" b="1">
                <a:effectLst/>
                <a:latin typeface="Proxima Nova Rg"/>
              </a:rPr>
              <a:t>Duis </a:t>
            </a:r>
            <a:r>
              <a:rPr lang="en-US" b="1" err="1">
                <a:effectLst/>
                <a:latin typeface="Proxima Nova Rg"/>
              </a:rPr>
              <a:t>mollis</a:t>
            </a:r>
            <a:r>
              <a:rPr lang="en-US" b="1">
                <a:effectLst/>
                <a:latin typeface="Proxima Nova Rg"/>
              </a:rPr>
              <a:t>, </a:t>
            </a:r>
            <a:r>
              <a:rPr lang="en-US" b="1" err="1">
                <a:effectLst/>
                <a:latin typeface="Proxima Nova Rg"/>
              </a:rPr>
              <a:t>est</a:t>
            </a:r>
            <a:r>
              <a:rPr lang="en-US" b="1">
                <a:effectLst/>
                <a:latin typeface="Proxima Nova Rg"/>
              </a:rPr>
              <a:t> non </a:t>
            </a:r>
            <a:r>
              <a:rPr lang="en-US" b="1" err="1">
                <a:effectLst/>
                <a:latin typeface="Proxima Nova Rg"/>
              </a:rPr>
              <a:t>commodo</a:t>
            </a:r>
            <a:r>
              <a:rPr lang="en-US" b="1">
                <a:effectLst/>
                <a:latin typeface="Proxima Nova Rg"/>
              </a:rPr>
              <a:t> </a:t>
            </a:r>
            <a:r>
              <a:rPr lang="en-US" b="1" err="1">
                <a:effectLst/>
                <a:latin typeface="Proxima Nova Rg"/>
              </a:rPr>
              <a:t>luctus</a:t>
            </a:r>
            <a:r>
              <a:rPr lang="en-US" b="1">
                <a:effectLst/>
                <a:latin typeface="Proxima Nova Rg"/>
              </a:rPr>
              <a:t>, nisi </a:t>
            </a:r>
            <a:r>
              <a:rPr lang="en-US" b="1" err="1">
                <a:effectLst/>
                <a:latin typeface="Proxima Nova Rg"/>
              </a:rPr>
              <a:t>erat</a:t>
            </a:r>
            <a:r>
              <a:rPr lang="en-US" b="1">
                <a:effectLst/>
                <a:latin typeface="Proxima Nova Rg"/>
              </a:rPr>
              <a:t> </a:t>
            </a:r>
            <a:r>
              <a:rPr lang="en-US" b="1" err="1">
                <a:effectLst/>
                <a:latin typeface="Proxima Nova Rg"/>
              </a:rPr>
              <a:t>porttitor</a:t>
            </a:r>
            <a:r>
              <a:rPr lang="en-US" b="1">
                <a:effectLst/>
                <a:latin typeface="Proxima Nova Rg"/>
              </a:rPr>
              <a:t> ligula, </a:t>
            </a:r>
            <a:r>
              <a:rPr lang="en-US" b="1" err="1">
                <a:effectLst/>
                <a:latin typeface="Proxima Nova Rg"/>
              </a:rPr>
              <a:t>eget</a:t>
            </a:r>
            <a:r>
              <a:rPr lang="en-US" b="1">
                <a:effectLst/>
                <a:latin typeface="Proxima Nova Rg"/>
              </a:rPr>
              <a:t> lacinia </a:t>
            </a:r>
            <a:r>
              <a:rPr lang="en-US" b="1" err="1">
                <a:effectLst/>
                <a:latin typeface="Proxima Nova Rg"/>
              </a:rPr>
              <a:t>odio</a:t>
            </a:r>
            <a:r>
              <a:rPr lang="en-US" b="1">
                <a:effectLst/>
                <a:latin typeface="Proxima Nova Rg"/>
              </a:rPr>
              <a:t> </a:t>
            </a:r>
            <a:r>
              <a:rPr lang="en-US" b="1" err="1">
                <a:effectLst/>
                <a:latin typeface="Proxima Nova Rg"/>
              </a:rPr>
              <a:t>sem</a:t>
            </a:r>
            <a:r>
              <a:rPr lang="en-US" b="1">
                <a:effectLst/>
                <a:latin typeface="Proxima Nova Rg"/>
              </a:rPr>
              <a:t> </a:t>
            </a:r>
            <a:r>
              <a:rPr lang="en-US" b="1" err="1">
                <a:effectLst/>
                <a:latin typeface="Proxima Nova Rg"/>
              </a:rPr>
              <a:t>nec</a:t>
            </a:r>
            <a:r>
              <a:rPr lang="en-US" b="1">
                <a:effectLst/>
                <a:latin typeface="Proxima Nova Rg"/>
              </a:rPr>
              <a:t> </a:t>
            </a:r>
            <a:r>
              <a:rPr lang="en-US" b="1" err="1">
                <a:effectLst/>
                <a:latin typeface="Proxima Nova Rg"/>
              </a:rPr>
              <a:t>elit</a:t>
            </a:r>
            <a:r>
              <a:rPr lang="en-US" b="1">
                <a:effectLst/>
                <a:latin typeface="Proxima Nova Rg"/>
              </a:rPr>
              <a:t>. Maecenas </a:t>
            </a:r>
            <a:r>
              <a:rPr lang="en-US" b="1" err="1">
                <a:effectLst/>
                <a:latin typeface="Proxima Nova Rg"/>
              </a:rPr>
              <a:t>faucibus</a:t>
            </a:r>
            <a:r>
              <a:rPr lang="en-US" b="1">
                <a:effectLst/>
                <a:latin typeface="Proxima Nova Rg"/>
              </a:rPr>
              <a:t> </a:t>
            </a:r>
            <a:r>
              <a:rPr lang="en-US" b="1" err="1">
                <a:effectLst/>
                <a:latin typeface="Proxima Nova Rg"/>
              </a:rPr>
              <a:t>mollis</a:t>
            </a:r>
            <a:r>
              <a:rPr lang="en-US" b="1">
                <a:effectLst/>
                <a:latin typeface="Proxima Nova Rg"/>
              </a:rPr>
              <a:t> </a:t>
            </a:r>
            <a:r>
              <a:rPr lang="en-US" b="1" err="1">
                <a:effectLst/>
                <a:latin typeface="Proxima Nova Rg"/>
              </a:rPr>
              <a:t>interdum</a:t>
            </a:r>
            <a:r>
              <a:rPr lang="en-US" b="1">
                <a:effectLst/>
                <a:latin typeface="Proxima Nova Rg"/>
              </a:rPr>
              <a:t>. </a:t>
            </a:r>
            <a:r>
              <a:rPr lang="en-US" b="1" err="1">
                <a:effectLst/>
                <a:latin typeface="Proxima Nova Rg"/>
              </a:rPr>
              <a:t>Etiam</a:t>
            </a:r>
            <a:r>
              <a:rPr lang="en-US" b="1">
                <a:effectLst/>
                <a:latin typeface="Proxima Nova Rg"/>
              </a:rPr>
              <a:t> porta </a:t>
            </a:r>
            <a:r>
              <a:rPr lang="en-US" b="1" err="1">
                <a:effectLst/>
                <a:latin typeface="Proxima Nova Rg"/>
              </a:rPr>
              <a:t>sem</a:t>
            </a:r>
            <a:r>
              <a:rPr lang="en-US" b="1">
                <a:effectLst/>
                <a:latin typeface="Proxima Nova Rg"/>
              </a:rPr>
              <a:t> </a:t>
            </a:r>
            <a:r>
              <a:rPr lang="en-US" b="1" err="1">
                <a:effectLst/>
                <a:latin typeface="Proxima Nova Rg"/>
              </a:rPr>
              <a:t>malesuada</a:t>
            </a:r>
            <a:r>
              <a:rPr lang="en-US" b="1">
                <a:effectLst/>
                <a:latin typeface="Proxima Nova Rg"/>
              </a:rPr>
              <a:t> magna </a:t>
            </a:r>
            <a:r>
              <a:rPr lang="en-US" b="1" err="1">
                <a:effectLst/>
                <a:latin typeface="Proxima Nova Rg"/>
              </a:rPr>
              <a:t>mollis</a:t>
            </a:r>
            <a:r>
              <a:rPr lang="en-US" b="1">
                <a:effectLst/>
                <a:latin typeface="Proxima Nova Rg"/>
              </a:rPr>
              <a:t> </a:t>
            </a:r>
            <a:r>
              <a:rPr lang="en-US" b="1" err="1">
                <a:effectLst/>
                <a:latin typeface="Proxima Nova Rg"/>
              </a:rPr>
              <a:t>euismod</a:t>
            </a:r>
            <a:r>
              <a:rPr lang="en-US" b="1">
                <a:effectLst/>
                <a:latin typeface="Proxima Nova Rg"/>
              </a:rPr>
              <a:t>. Donec </a:t>
            </a:r>
            <a:r>
              <a:rPr lang="en-US" b="1" err="1">
                <a:effectLst/>
                <a:latin typeface="Proxima Nova Rg"/>
              </a:rPr>
              <a:t>ullamcorper</a:t>
            </a:r>
            <a:r>
              <a:rPr lang="en-US" b="1">
                <a:effectLst/>
                <a:latin typeface="Proxima Nova Rg"/>
              </a:rPr>
              <a:t> </a:t>
            </a:r>
            <a:r>
              <a:rPr lang="en-US" b="1" err="1">
                <a:effectLst/>
                <a:latin typeface="Proxima Nova Rg"/>
              </a:rPr>
              <a:t>nulla</a:t>
            </a:r>
            <a:r>
              <a:rPr lang="en-US" b="1">
                <a:effectLst/>
                <a:latin typeface="Proxima Nova Rg"/>
              </a:rPr>
              <a:t> non </a:t>
            </a:r>
            <a:r>
              <a:rPr lang="en-US" b="1" err="1">
                <a:effectLst/>
                <a:latin typeface="Proxima Nova Rg"/>
              </a:rPr>
              <a:t>metus</a:t>
            </a:r>
            <a:r>
              <a:rPr lang="en-US" b="1">
                <a:effectLst/>
                <a:latin typeface="Proxima Nova Rg"/>
              </a:rPr>
              <a:t> auctor </a:t>
            </a:r>
            <a:r>
              <a:rPr lang="en-US" b="1" err="1">
                <a:effectLst/>
                <a:latin typeface="Proxima Nova Rg"/>
              </a:rPr>
              <a:t>fringilla</a:t>
            </a:r>
            <a:r>
              <a:rPr lang="en-US" b="1">
                <a:effectLst/>
                <a:latin typeface="Proxima Nova Rg"/>
              </a:rPr>
              <a:t>. </a:t>
            </a:r>
            <a:endParaRPr lang="en-US"/>
          </a:p>
          <a:p>
            <a:r>
              <a:rPr lang="en-US">
                <a:effectLst/>
                <a:latin typeface="Proxima Nova Rg"/>
              </a:rPr>
              <a:t>Com sociis </a:t>
            </a:r>
            <a:r>
              <a:rPr lang="en-US" err="1">
                <a:effectLst/>
                <a:latin typeface="Proxima Nova Rg"/>
              </a:rPr>
              <a:t>natoque</a:t>
            </a:r>
            <a:r>
              <a:rPr lang="en-US">
                <a:effectLst/>
                <a:latin typeface="Proxima Nova Rg"/>
              </a:rPr>
              <a:t> </a:t>
            </a:r>
            <a:r>
              <a:rPr lang="en-US" err="1">
                <a:effectLst/>
                <a:latin typeface="Proxima Nova Rg"/>
              </a:rPr>
              <a:t>penatibus</a:t>
            </a:r>
            <a:r>
              <a:rPr lang="en-US">
                <a:effectLst/>
                <a:latin typeface="Proxima Nova Rg"/>
              </a:rPr>
              <a:t> et </a:t>
            </a:r>
            <a:r>
              <a:rPr lang="en-US" err="1">
                <a:effectLst/>
                <a:latin typeface="Proxima Nova Rg"/>
              </a:rPr>
              <a:t>magnis</a:t>
            </a:r>
            <a:r>
              <a:rPr lang="en-US">
                <a:effectLst/>
                <a:latin typeface="Proxima Nova Rg"/>
              </a:rPr>
              <a:t> dis parturient </a:t>
            </a:r>
            <a:r>
              <a:rPr lang="en-US" err="1">
                <a:effectLst/>
                <a:latin typeface="Proxima Nova Rg"/>
              </a:rPr>
              <a:t>montes</a:t>
            </a:r>
            <a:r>
              <a:rPr lang="en-US">
                <a:effectLst/>
                <a:latin typeface="Proxima Nova Rg"/>
              </a:rPr>
              <a:t>, </a:t>
            </a:r>
            <a:r>
              <a:rPr lang="en-US" err="1">
                <a:effectLst/>
                <a:latin typeface="Proxima Nova Rg"/>
              </a:rPr>
              <a:t>nascetur</a:t>
            </a:r>
            <a:r>
              <a:rPr lang="en-US">
                <a:effectLst/>
                <a:latin typeface="Proxima Nova Rg"/>
              </a:rPr>
              <a:t> </a:t>
            </a:r>
            <a:r>
              <a:rPr lang="en-US" err="1">
                <a:effectLst/>
                <a:latin typeface="Proxima Nova Rg"/>
              </a:rPr>
              <a:t>ridiculus</a:t>
            </a:r>
            <a:r>
              <a:rPr lang="en-US">
                <a:effectLst/>
                <a:latin typeface="Proxima Nova Rg"/>
              </a:rPr>
              <a:t> mus. </a:t>
            </a:r>
            <a:r>
              <a:rPr lang="en-US" err="1">
                <a:effectLst/>
                <a:latin typeface="Proxima Nova Rg"/>
              </a:rPr>
              <a:t>Nulla</a:t>
            </a:r>
            <a:r>
              <a:rPr lang="en-US">
                <a:effectLst/>
                <a:latin typeface="Proxima Nova Rg"/>
              </a:rPr>
              <a:t> vitae </a:t>
            </a:r>
            <a:r>
              <a:rPr lang="en-US" err="1">
                <a:effectLst/>
                <a:latin typeface="Proxima Nova Rg"/>
              </a:rPr>
              <a:t>elit</a:t>
            </a:r>
            <a:r>
              <a:rPr lang="en-US">
                <a:effectLst/>
                <a:latin typeface="Proxima Nova Rg"/>
              </a:rPr>
              <a:t> libero, a pharetra </a:t>
            </a:r>
            <a:r>
              <a:rPr lang="en-US" err="1">
                <a:effectLst/>
                <a:latin typeface="Proxima Nova Rg"/>
              </a:rPr>
              <a:t>augue</a:t>
            </a:r>
            <a:r>
              <a:rPr lang="en-US">
                <a:effectLst/>
                <a:latin typeface="Proxima Nova Rg"/>
              </a:rPr>
              <a:t>. Donec sed </a:t>
            </a:r>
            <a:r>
              <a:rPr lang="en-US" err="1">
                <a:effectLst/>
                <a:latin typeface="Proxima Nova Rg"/>
              </a:rPr>
              <a:t>odio</a:t>
            </a:r>
            <a:r>
              <a:rPr lang="en-US">
                <a:effectLst/>
                <a:latin typeface="Proxima Nova Rg"/>
              </a:rPr>
              <a:t> dui. Integer </a:t>
            </a:r>
            <a:r>
              <a:rPr lang="en-US" err="1">
                <a:effectLst/>
                <a:latin typeface="Proxima Nova Rg"/>
              </a:rPr>
              <a:t>posuere</a:t>
            </a:r>
            <a:r>
              <a:rPr lang="en-US">
                <a:effectLst/>
                <a:latin typeface="Proxima Nova Rg"/>
              </a:rPr>
              <a:t> </a:t>
            </a:r>
            <a:r>
              <a:rPr lang="en-US" err="1">
                <a:effectLst/>
                <a:latin typeface="Proxima Nova Rg"/>
              </a:rPr>
              <a:t>erat</a:t>
            </a:r>
            <a:r>
              <a:rPr lang="en-US">
                <a:effectLst/>
                <a:latin typeface="Proxima Nova Rg"/>
              </a:rPr>
              <a:t> a ante </a:t>
            </a:r>
            <a:r>
              <a:rPr lang="en-US" err="1">
                <a:effectLst/>
                <a:latin typeface="Proxima Nova Rg"/>
              </a:rPr>
              <a:t>venenatis</a:t>
            </a:r>
            <a:r>
              <a:rPr lang="en-US">
                <a:effectLst/>
                <a:latin typeface="Proxima Nova Rg"/>
              </a:rPr>
              <a:t> </a:t>
            </a:r>
            <a:r>
              <a:rPr lang="en-US" err="1">
                <a:effectLst/>
                <a:latin typeface="Proxima Nova Rg"/>
              </a:rPr>
              <a:t>dapibus</a:t>
            </a:r>
            <a:r>
              <a:rPr lang="en-US">
                <a:effectLst/>
                <a:latin typeface="Proxima Nova Rg"/>
              </a:rPr>
              <a:t> </a:t>
            </a:r>
            <a:r>
              <a:rPr lang="en-US" err="1">
                <a:effectLst/>
                <a:latin typeface="Proxima Nova Rg"/>
              </a:rPr>
              <a:t>posuere</a:t>
            </a:r>
            <a:r>
              <a:rPr lang="en-US">
                <a:effectLst/>
                <a:latin typeface="Proxima Nova Rg"/>
              </a:rPr>
              <a:t> </a:t>
            </a:r>
            <a:r>
              <a:rPr lang="en-US" err="1">
                <a:effectLst/>
                <a:latin typeface="Proxima Nova Rg"/>
              </a:rPr>
              <a:t>velit</a:t>
            </a:r>
            <a:r>
              <a:rPr lang="en-US">
                <a:effectLst/>
                <a:latin typeface="Proxima Nova Rg"/>
              </a:rPr>
              <a:t> </a:t>
            </a:r>
            <a:r>
              <a:rPr lang="en-US" err="1">
                <a:effectLst/>
                <a:latin typeface="Proxima Nova Rg"/>
              </a:rPr>
              <a:t>aliquet</a:t>
            </a:r>
            <a:r>
              <a:rPr lang="en-US">
                <a:effectLst/>
                <a:latin typeface="Proxima Nova Rg"/>
              </a:rPr>
              <a:t>.</a:t>
            </a:r>
          </a:p>
          <a:p>
            <a:r>
              <a:rPr lang="en-US" err="1">
                <a:effectLst/>
                <a:latin typeface="Proxima Nova Rg"/>
              </a:rPr>
              <a:t>Etiam</a:t>
            </a:r>
            <a:r>
              <a:rPr lang="en-US">
                <a:effectLst/>
                <a:latin typeface="Proxima Nova Rg"/>
              </a:rPr>
              <a:t> porta </a:t>
            </a:r>
            <a:r>
              <a:rPr lang="en-US" err="1">
                <a:effectLst/>
                <a:latin typeface="Proxima Nova Rg"/>
              </a:rPr>
              <a:t>sem</a:t>
            </a:r>
            <a:r>
              <a:rPr lang="en-US">
                <a:effectLst/>
                <a:latin typeface="Proxima Nova Rg"/>
              </a:rPr>
              <a:t> </a:t>
            </a:r>
            <a:r>
              <a:rPr lang="en-US" err="1">
                <a:effectLst/>
                <a:latin typeface="Proxima Nova Rg"/>
              </a:rPr>
              <a:t>malesuada</a:t>
            </a:r>
            <a:r>
              <a:rPr lang="en-US">
                <a:effectLst/>
                <a:latin typeface="Proxima Nova Rg"/>
              </a:rPr>
              <a:t> magna </a:t>
            </a:r>
            <a:r>
              <a:rPr lang="en-US" err="1">
                <a:effectLst/>
                <a:latin typeface="Proxima Nova Rg"/>
              </a:rPr>
              <a:t>mollis</a:t>
            </a:r>
            <a:r>
              <a:rPr lang="en-US">
                <a:effectLst/>
                <a:latin typeface="Proxima Nova Rg"/>
              </a:rPr>
              <a:t> </a:t>
            </a:r>
            <a:r>
              <a:rPr lang="en-US" err="1">
                <a:effectLst/>
                <a:latin typeface="Proxima Nova Rg"/>
              </a:rPr>
              <a:t>euismod</a:t>
            </a:r>
            <a:r>
              <a:rPr lang="en-US">
                <a:effectLst/>
                <a:latin typeface="Proxima Nova Rg"/>
              </a:rPr>
              <a:t>. Donec sed </a:t>
            </a:r>
            <a:r>
              <a:rPr lang="en-US" err="1">
                <a:effectLst/>
                <a:latin typeface="Proxima Nova Rg"/>
              </a:rPr>
              <a:t>odio</a:t>
            </a:r>
            <a:r>
              <a:rPr lang="en-US">
                <a:effectLst/>
                <a:latin typeface="Proxima Nova Rg"/>
              </a:rPr>
              <a:t> dui. </a:t>
            </a:r>
            <a:r>
              <a:rPr lang="en-US" err="1">
                <a:effectLst/>
                <a:latin typeface="Proxima Nova Rg"/>
              </a:rPr>
              <a:t>Nullam</a:t>
            </a:r>
            <a:r>
              <a:rPr lang="en-US">
                <a:effectLst/>
                <a:latin typeface="Proxima Nova Rg"/>
              </a:rPr>
              <a:t> id dolor id </a:t>
            </a:r>
            <a:r>
              <a:rPr lang="en-US" err="1">
                <a:effectLst/>
                <a:latin typeface="Proxima Nova Rg"/>
              </a:rPr>
              <a:t>nibh</a:t>
            </a:r>
            <a:r>
              <a:rPr lang="en-US">
                <a:effectLst/>
                <a:latin typeface="Proxima Nova Rg"/>
              </a:rPr>
              <a:t> </a:t>
            </a:r>
            <a:r>
              <a:rPr lang="en-US" err="1">
                <a:effectLst/>
                <a:latin typeface="Proxima Nova Rg"/>
              </a:rPr>
              <a:t>ultricies</a:t>
            </a:r>
            <a:r>
              <a:rPr lang="en-US">
                <a:effectLst/>
                <a:latin typeface="Proxima Nova Rg"/>
              </a:rPr>
              <a:t> </a:t>
            </a:r>
            <a:r>
              <a:rPr lang="en-US" err="1">
                <a:effectLst/>
                <a:latin typeface="Proxima Nova Rg"/>
              </a:rPr>
              <a:t>vehicula</a:t>
            </a:r>
            <a:r>
              <a:rPr lang="en-US">
                <a:effectLst/>
                <a:latin typeface="Proxima Nova Rg"/>
              </a:rPr>
              <a:t> </a:t>
            </a:r>
            <a:r>
              <a:rPr lang="en-US" err="1">
                <a:effectLst/>
                <a:latin typeface="Proxima Nova Rg"/>
              </a:rPr>
              <a:t>ut</a:t>
            </a:r>
            <a:r>
              <a:rPr lang="en-US">
                <a:effectLst/>
                <a:latin typeface="Proxima Nova Rg"/>
              </a:rPr>
              <a:t> id </a:t>
            </a:r>
            <a:r>
              <a:rPr lang="en-US" err="1">
                <a:effectLst/>
                <a:latin typeface="Proxima Nova Rg"/>
              </a:rPr>
              <a:t>elit</a:t>
            </a:r>
            <a:r>
              <a:rPr lang="en-US">
                <a:effectLst/>
                <a:latin typeface="Proxima Nova Rg"/>
              </a:rPr>
              <a:t>. Cras </a:t>
            </a:r>
            <a:r>
              <a:rPr lang="en-US" err="1">
                <a:effectLst/>
                <a:latin typeface="Proxima Nova Rg"/>
              </a:rPr>
              <a:t>purus</a:t>
            </a:r>
            <a:r>
              <a:rPr lang="en-US">
                <a:effectLst/>
                <a:latin typeface="Proxima Nova Rg"/>
              </a:rPr>
              <a:t> sit </a:t>
            </a:r>
            <a:r>
              <a:rPr lang="en-US" err="1">
                <a:effectLst/>
                <a:latin typeface="Proxima Nova Rg"/>
              </a:rPr>
              <a:t>amet</a:t>
            </a:r>
            <a:r>
              <a:rPr lang="en-US">
                <a:effectLst/>
                <a:latin typeface="Proxima Nova Rg"/>
              </a:rPr>
              <a:t> fermentum.</a:t>
            </a:r>
          </a:p>
          <a:p>
            <a:pPr lvl="1"/>
            <a:r>
              <a:rPr lang="en-US">
                <a:effectLst/>
                <a:latin typeface="Proxima Nova Rg"/>
              </a:rPr>
              <a:t>Test</a:t>
            </a:r>
          </a:p>
          <a:p>
            <a:pPr lvl="2"/>
            <a:r>
              <a:rPr lang="en-US">
                <a:effectLst/>
                <a:latin typeface="Proxima Nova Rg"/>
              </a:rPr>
              <a:t>TEST</a:t>
            </a:r>
          </a:p>
          <a:p>
            <a:pPr lvl="3"/>
            <a:r>
              <a:rPr lang="en-US">
                <a:effectLst/>
                <a:latin typeface="Proxima Nova Rg"/>
              </a:rPr>
              <a:t>TEST</a:t>
            </a:r>
          </a:p>
          <a:p>
            <a:pPr lvl="4"/>
            <a:r>
              <a:rPr lang="en-US">
                <a:effectLst/>
                <a:latin typeface="Proxima Nova Rg"/>
              </a:rPr>
              <a:t>TEST</a:t>
            </a:r>
          </a:p>
          <a:p>
            <a:pPr lvl="5"/>
            <a:r>
              <a:rPr lang="en-US">
                <a:effectLst/>
                <a:latin typeface="Proxima Nova Rg"/>
              </a:rPr>
              <a:t>TEST</a:t>
            </a:r>
          </a:p>
        </p:txBody>
      </p:sp>
    </p:spTree>
    <p:extLst>
      <p:ext uri="{BB962C8B-B14F-4D97-AF65-F5344CB8AC3E}">
        <p14:creationId xmlns:p14="http://schemas.microsoft.com/office/powerpoint/2010/main" val="124754354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 id="2147483705" r:id="rId26"/>
    <p:sldLayoutId id="2147483706" r:id="rId27"/>
  </p:sldLayoutIdLst>
  <p:hf hdr="0" dt="0"/>
  <p:txStyles>
    <p:titleStyle>
      <a:lvl1pPr algn="l" defTabSz="914400" rtl="0" eaLnBrk="1" latinLnBrk="0" hangingPunct="1">
        <a:lnSpc>
          <a:spcPct val="90000"/>
        </a:lnSpc>
        <a:spcBef>
          <a:spcPct val="0"/>
        </a:spcBef>
        <a:buNone/>
        <a:defRPr sz="2400" kern="1200">
          <a:solidFill>
            <a:schemeClr val="accent2"/>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n-US" sz="1600" b="0" kern="1200" dirty="0" smtClean="0">
          <a:solidFill>
            <a:schemeClr val="accent2"/>
          </a:solidFill>
          <a:effectLst/>
          <a:latin typeface="+mn-lt"/>
          <a:ea typeface="+mn-ea"/>
          <a:cs typeface="AkayaKanadaka" panose="02010502080401010103" pitchFamily="2" charset="77"/>
        </a:defRPr>
      </a:lvl1pPr>
      <a:lvl2pPr marL="742950" indent="-28575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kayaKanadaka" panose="02010502080401010103"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kayaKanadaka" panose="02010502080401010103"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kayaKanadaka" panose="02010502080401010103"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bad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lang="en-US" sz="1600" b="0" kern="1200" dirty="0">
          <a:solidFill>
            <a:schemeClr val="accent2"/>
          </a:solidFill>
          <a:effectLst/>
          <a:latin typeface="+mn-lt"/>
          <a:ea typeface="+mn-ea"/>
          <a:cs typeface="Abadi" panose="020F050202020403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3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0.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6.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2684_4C53E8F4.xml"/><Relationship Id="rId2" Type="http://schemas.openxmlformats.org/officeDocument/2006/relationships/notesSlide" Target="../notesSlides/notesSlide13.xml"/><Relationship Id="rId1" Type="http://schemas.openxmlformats.org/officeDocument/2006/relationships/slideLayout" Target="../slideLayouts/slideLayout23.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26A8_18E25FD2.xml"/><Relationship Id="rId1" Type="http://schemas.openxmlformats.org/officeDocument/2006/relationships/slideLayout" Target="../slideLayouts/slideLayout23.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2692_A76E3557.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26A6_D758141B.xml"/><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2689_519772B9.xml"/><Relationship Id="rId2" Type="http://schemas.openxmlformats.org/officeDocument/2006/relationships/notesSlide" Target="../notesSlides/notesSlide15.xml"/><Relationship Id="rId1" Type="http://schemas.openxmlformats.org/officeDocument/2006/relationships/slideLayout" Target="../slideLayouts/slideLayout26.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268C_DDC5B825.xml"/><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268F_92BF981E.xml"/><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2695_884C8CC8.xml"/><Relationship Id="rId2" Type="http://schemas.openxmlformats.org/officeDocument/2006/relationships/notesSlide" Target="../notesSlides/notesSlide20.xml"/><Relationship Id="rId1" Type="http://schemas.openxmlformats.org/officeDocument/2006/relationships/slideLayout" Target="../slideLayouts/slideLayout34.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2" Type="http://schemas.microsoft.com/office/2018/10/relationships/comments" Target="../comments/modernComment_2697_F1E72BFA.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8/10/relationships/comments" Target="../comments/modernComment_2698_F4E16246.xml"/><Relationship Id="rId1" Type="http://schemas.openxmlformats.org/officeDocument/2006/relationships/slideLayout" Target="../slideLayouts/slideLayout23.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269D_6B72E636.xml"/><Relationship Id="rId2" Type="http://schemas.openxmlformats.org/officeDocument/2006/relationships/notesSlide" Target="../notesSlides/notesSlide22.xml"/><Relationship Id="rId1" Type="http://schemas.openxmlformats.org/officeDocument/2006/relationships/slideLayout" Target="../slideLayouts/slideLayout23.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microsoft.com/office/2018/10/relationships/comments" Target="../comments/modernComment_269E_3AD539CD.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microsoft.com/office/2018/10/relationships/comments" Target="../comments/modernComment_2699_43E54687.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3" Type="http://schemas.microsoft.com/office/2018/10/relationships/comments" Target="../comments/modernComment_268D_6D0C593C.xml"/><Relationship Id="rId2" Type="http://schemas.openxmlformats.org/officeDocument/2006/relationships/notesSlide" Target="../notesSlides/notesSlide24.xml"/><Relationship Id="rId1" Type="http://schemas.openxmlformats.org/officeDocument/2006/relationships/slideLayout" Target="../slideLayouts/slideLayout26.xml"/><Relationship Id="rId5" Type="http://schemas.openxmlformats.org/officeDocument/2006/relationships/image" Target="../media/image41.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2" Type="http://schemas.microsoft.com/office/2018/10/relationships/comments" Target="../comments/modernComment_268E_4F8869C0.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4.xml"/></Relationships>
</file>

<file path=ppt/slides/_rels/slide4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4.xml"/></Relationships>
</file>

<file path=ppt/slides/_rels/slide42.xml.rels><?xml version="1.0" encoding="UTF-8" standalone="yes"?>
<Relationships xmlns="http://schemas.openxmlformats.org/package/2006/relationships"><Relationship Id="rId2" Type="http://schemas.microsoft.com/office/2018/10/relationships/comments" Target="../comments/modernComment_26AA_7EB335BE.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microsoft.com/office/2018/10/relationships/comments" Target="../comments/modernComment_268A_35EF5B49.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4EFEF8C-F125-351D-1639-258CCB805892}"/>
              </a:ext>
            </a:extLst>
          </p:cNvPr>
          <p:cNvSpPr>
            <a:spLocks noGrp="1"/>
          </p:cNvSpPr>
          <p:nvPr>
            <p:ph type="body" sz="quarter" idx="4294967295"/>
          </p:nvPr>
        </p:nvSpPr>
        <p:spPr>
          <a:xfrm>
            <a:off x="709215" y="5184028"/>
            <a:ext cx="4273601" cy="814237"/>
          </a:xfrm>
          <a:prstGeom prst="rect">
            <a:avLst/>
          </a:prstGeom>
        </p:spPr>
        <p:txBody>
          <a:bodyPr>
            <a:normAutofit fontScale="77500" lnSpcReduction="20000"/>
          </a:bodyPr>
          <a:lstStyle/>
          <a:p>
            <a:pPr marL="0" indent="0">
              <a:spcAft>
                <a:spcPts val="1200"/>
              </a:spcAft>
              <a:buNone/>
            </a:pPr>
            <a:r>
              <a:rPr lang="en-US" sz="3600" b="1"/>
              <a:t>Project Kickoff </a:t>
            </a:r>
          </a:p>
          <a:p>
            <a:pPr marL="0" indent="0">
              <a:spcBef>
                <a:spcPts val="0"/>
              </a:spcBef>
              <a:buNone/>
            </a:pPr>
            <a:r>
              <a:rPr lang="en-US" i="1"/>
              <a:t>November 13, 2025</a:t>
            </a:r>
          </a:p>
          <a:p>
            <a:endParaRPr lang="en-US"/>
          </a:p>
        </p:txBody>
      </p:sp>
      <p:sp>
        <p:nvSpPr>
          <p:cNvPr id="2" name="Title 1">
            <a:extLst>
              <a:ext uri="{FF2B5EF4-FFF2-40B4-BE49-F238E27FC236}">
                <a16:creationId xmlns:a16="http://schemas.microsoft.com/office/drawing/2014/main" id="{1935530B-F23A-F749-2F8E-92352E2893A1}"/>
              </a:ext>
            </a:extLst>
          </p:cNvPr>
          <p:cNvSpPr>
            <a:spLocks noGrp="1"/>
          </p:cNvSpPr>
          <p:nvPr>
            <p:ph type="ctrTitle"/>
          </p:nvPr>
        </p:nvSpPr>
        <p:spPr>
          <a:xfrm>
            <a:off x="709216" y="1907763"/>
            <a:ext cx="6209968" cy="1941747"/>
          </a:xfrm>
        </p:spPr>
        <p:txBody>
          <a:bodyPr/>
          <a:lstStyle/>
          <a:p>
            <a:r>
              <a:rPr lang="en-US" b="1">
                <a:solidFill>
                  <a:schemeClr val="tx1"/>
                </a:solidFill>
              </a:rPr>
              <a:t>KS65 Sunflower Sky</a:t>
            </a:r>
            <a:endParaRPr lang="en-US">
              <a:solidFill>
                <a:schemeClr val="tx1"/>
              </a:solidFill>
            </a:endParaRPr>
          </a:p>
        </p:txBody>
      </p:sp>
      <p:sp>
        <p:nvSpPr>
          <p:cNvPr id="7" name="TextBox 6">
            <a:extLst>
              <a:ext uri="{FF2B5EF4-FFF2-40B4-BE49-F238E27FC236}">
                <a16:creationId xmlns:a16="http://schemas.microsoft.com/office/drawing/2014/main" id="{84E0CCF0-7B3A-7611-656C-0466F04485E8}"/>
              </a:ext>
            </a:extLst>
          </p:cNvPr>
          <p:cNvSpPr txBox="1"/>
          <p:nvPr/>
        </p:nvSpPr>
        <p:spPr>
          <a:xfrm rot="20228270">
            <a:off x="7350762" y="4561203"/>
            <a:ext cx="3856570" cy="954107"/>
          </a:xfrm>
          <a:prstGeom prst="rect">
            <a:avLst/>
          </a:prstGeom>
          <a:noFill/>
        </p:spPr>
        <p:txBody>
          <a:bodyPr wrap="square" lIns="91440" tIns="45720" rIns="91440" bIns="45720" rtlCol="0" anchor="t">
            <a:spAutoFit/>
          </a:bodyPr>
          <a:lstStyle/>
          <a:p>
            <a:r>
              <a:rPr lang="en-US" sz="2800">
                <a:solidFill>
                  <a:srgbClr val="FF0000"/>
                </a:solidFill>
              </a:rPr>
              <a:t>Update Needed</a:t>
            </a:r>
          </a:p>
          <a:p>
            <a:r>
              <a:rPr lang="en-US" sz="2800">
                <a:solidFill>
                  <a:srgbClr val="FF0000"/>
                </a:solidFill>
              </a:rPr>
              <a:t>Picture with Grass</a:t>
            </a:r>
          </a:p>
        </p:txBody>
      </p:sp>
      <p:pic>
        <p:nvPicPr>
          <p:cNvPr id="3" name="Picture 2">
            <a:extLst>
              <a:ext uri="{FF2B5EF4-FFF2-40B4-BE49-F238E27FC236}">
                <a16:creationId xmlns:a16="http://schemas.microsoft.com/office/drawing/2014/main" id="{01C5B525-3805-6A21-A32E-C63A9DD97063}"/>
              </a:ext>
            </a:extLst>
          </p:cNvPr>
          <p:cNvPicPr>
            <a:picLocks noChangeAspect="1"/>
          </p:cNvPicPr>
          <p:nvPr/>
        </p:nvPicPr>
        <p:blipFill>
          <a:blip r:embed="rId3"/>
          <a:stretch>
            <a:fillRect/>
          </a:stretch>
        </p:blipFill>
        <p:spPr>
          <a:xfrm>
            <a:off x="7051756" y="0"/>
            <a:ext cx="5143500" cy="6858000"/>
          </a:xfrm>
          <a:prstGeom prst="rect">
            <a:avLst/>
          </a:prstGeom>
        </p:spPr>
      </p:pic>
    </p:spTree>
    <p:extLst>
      <p:ext uri="{BB962C8B-B14F-4D97-AF65-F5344CB8AC3E}">
        <p14:creationId xmlns:p14="http://schemas.microsoft.com/office/powerpoint/2010/main" val="2321601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CDE26-2B50-7F04-9CC0-A1790608C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A6268-C566-08A9-82C3-7529B13C1C77}"/>
              </a:ext>
            </a:extLst>
          </p:cNvPr>
          <p:cNvSpPr>
            <a:spLocks noGrp="1"/>
          </p:cNvSpPr>
          <p:nvPr>
            <p:ph type="title"/>
          </p:nvPr>
        </p:nvSpPr>
        <p:spPr>
          <a:xfrm>
            <a:off x="584201" y="198113"/>
            <a:ext cx="5435599" cy="464608"/>
          </a:xfrm>
        </p:spPr>
        <p:txBody>
          <a:bodyPr/>
          <a:lstStyle/>
          <a:p>
            <a:r>
              <a:rPr lang="en-US"/>
              <a:t>Agenda</a:t>
            </a:r>
          </a:p>
        </p:txBody>
      </p:sp>
      <p:sp>
        <p:nvSpPr>
          <p:cNvPr id="10" name="Footer Placeholder 4">
            <a:extLst>
              <a:ext uri="{FF2B5EF4-FFF2-40B4-BE49-F238E27FC236}">
                <a16:creationId xmlns:a16="http://schemas.microsoft.com/office/drawing/2014/main" id="{36A9ED27-DFB5-3BE1-ADA6-C22D0648C7C7}"/>
              </a:ext>
            </a:extLst>
          </p:cNvPr>
          <p:cNvSpPr txBox="1">
            <a:spLocks/>
          </p:cNvSpPr>
          <p:nvPr/>
        </p:nvSpPr>
        <p:spPr>
          <a:xfrm>
            <a:off x="3931175" y="6330312"/>
            <a:ext cx="2202131" cy="365125"/>
          </a:xfrm>
          <a:prstGeom prst="rect">
            <a:avLst/>
          </a:prstGeom>
        </p:spPr>
        <p:txBody>
          <a:bodyPr vert="horz" lIns="91440" tIns="45720" rIns="91440" bIns="45720" rtlCol="0" anchor="ctr"/>
          <a:lstStyle>
            <a:defPPr>
              <a:defRPr lang="en-US"/>
            </a:defPPr>
            <a:lvl1pPr marL="0" algn="ctr" defTabSz="914400" rtl="0" eaLnBrk="1" latinLnBrk="0" hangingPunct="1">
              <a:defRPr sz="700" kern="1200">
                <a:ln>
                  <a:noFill/>
                </a:ln>
                <a:solidFill>
                  <a:schemeClr val="bg2">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atin typeface="Helvetica" pitchFamily="2" charset="0"/>
              </a:rPr>
              <a:t>©2025 DEPCOM Power. All Rights Reserved.</a:t>
            </a:r>
          </a:p>
        </p:txBody>
      </p:sp>
      <p:pic>
        <p:nvPicPr>
          <p:cNvPr id="12" name="Picture 11">
            <a:extLst>
              <a:ext uri="{FF2B5EF4-FFF2-40B4-BE49-F238E27FC236}">
                <a16:creationId xmlns:a16="http://schemas.microsoft.com/office/drawing/2014/main" id="{7D5B8192-E5FE-ECFF-F6E1-AABF9A84CB08}"/>
              </a:ext>
            </a:extLst>
          </p:cNvPr>
          <p:cNvPicPr>
            <a:picLocks noChangeAspect="1"/>
          </p:cNvPicPr>
          <p:nvPr/>
        </p:nvPicPr>
        <p:blipFill>
          <a:blip r:embed="rId3"/>
          <a:srcRect l="18029" r="18029"/>
          <a:stretch/>
        </p:blipFill>
        <p:spPr>
          <a:xfrm>
            <a:off x="6339154" y="0"/>
            <a:ext cx="5852845" cy="6858000"/>
          </a:xfrm>
          <a:prstGeom prst="rect">
            <a:avLst/>
          </a:prstGeom>
        </p:spPr>
      </p:pic>
      <p:graphicFrame>
        <p:nvGraphicFramePr>
          <p:cNvPr id="13" name="Diagram 12">
            <a:extLst>
              <a:ext uri="{FF2B5EF4-FFF2-40B4-BE49-F238E27FC236}">
                <a16:creationId xmlns:a16="http://schemas.microsoft.com/office/drawing/2014/main" id="{11FB970D-6A1C-70BC-2D43-A4CC29D30C44}"/>
              </a:ext>
            </a:extLst>
          </p:cNvPr>
          <p:cNvGraphicFramePr/>
          <p:nvPr>
            <p:extLst>
              <p:ext uri="{D42A27DB-BD31-4B8C-83A1-F6EECF244321}">
                <p14:modId xmlns:p14="http://schemas.microsoft.com/office/powerpoint/2010/main" val="484419112"/>
              </p:ext>
            </p:extLst>
          </p:nvPr>
        </p:nvGraphicFramePr>
        <p:xfrm>
          <a:off x="420915" y="426865"/>
          <a:ext cx="5598884" cy="58954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93011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0CDAD-2CFC-A8B3-98A0-640409F46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0CDAC-F73D-91C6-7229-1E2A51D8D1CA}"/>
              </a:ext>
            </a:extLst>
          </p:cNvPr>
          <p:cNvSpPr>
            <a:spLocks noGrp="1"/>
          </p:cNvSpPr>
          <p:nvPr>
            <p:ph type="title"/>
          </p:nvPr>
        </p:nvSpPr>
        <p:spPr>
          <a:xfrm>
            <a:off x="584201" y="402934"/>
            <a:ext cx="10515600" cy="464608"/>
          </a:xfrm>
        </p:spPr>
        <p:txBody>
          <a:bodyPr anchor="ctr">
            <a:normAutofit/>
          </a:bodyPr>
          <a:lstStyle/>
          <a:p>
            <a:r>
              <a:rPr lang="en-US"/>
              <a:t>Safety Moment</a:t>
            </a:r>
          </a:p>
        </p:txBody>
      </p:sp>
      <p:sp>
        <p:nvSpPr>
          <p:cNvPr id="3" name="Text Placeholder 4">
            <a:extLst>
              <a:ext uri="{FF2B5EF4-FFF2-40B4-BE49-F238E27FC236}">
                <a16:creationId xmlns:a16="http://schemas.microsoft.com/office/drawing/2014/main" id="{9BB857BE-B7DE-32F6-1AA2-51708E5A0049}"/>
              </a:ext>
            </a:extLst>
          </p:cNvPr>
          <p:cNvSpPr>
            <a:spLocks noGrp="1"/>
          </p:cNvSpPr>
          <p:nvPr>
            <p:ph type="body" sz="quarter" idx="13"/>
          </p:nvPr>
        </p:nvSpPr>
        <p:spPr>
          <a:xfrm>
            <a:off x="584200" y="799096"/>
            <a:ext cx="5435600" cy="511175"/>
          </a:xfrm>
        </p:spPr>
        <p:txBody>
          <a:bodyPr vert="horz" lIns="91440" tIns="45720" rIns="91440" bIns="45720" rtlCol="0" anchor="t">
            <a:normAutofit/>
          </a:bodyPr>
          <a:lstStyle/>
          <a:p>
            <a:r>
              <a:rPr lang="en-US"/>
              <a:t>Tornado Safety</a:t>
            </a:r>
          </a:p>
        </p:txBody>
      </p:sp>
      <p:pic>
        <p:nvPicPr>
          <p:cNvPr id="5" name="Picture 4" descr="A tornado in the sky&#10;&#10;AI-generated content may be incorrect.">
            <a:extLst>
              <a:ext uri="{FF2B5EF4-FFF2-40B4-BE49-F238E27FC236}">
                <a16:creationId xmlns:a16="http://schemas.microsoft.com/office/drawing/2014/main" id="{6B19E624-24AC-0488-0EBF-33398D4D91C5}"/>
              </a:ext>
            </a:extLst>
          </p:cNvPr>
          <p:cNvPicPr>
            <a:picLocks noChangeAspect="1"/>
          </p:cNvPicPr>
          <p:nvPr/>
        </p:nvPicPr>
        <p:blipFill>
          <a:blip r:embed="rId3"/>
          <a:stretch>
            <a:fillRect/>
          </a:stretch>
        </p:blipFill>
        <p:spPr>
          <a:xfrm>
            <a:off x="690281" y="1236073"/>
            <a:ext cx="3168105" cy="2376079"/>
          </a:xfrm>
          <a:prstGeom prst="rect">
            <a:avLst/>
          </a:prstGeom>
        </p:spPr>
      </p:pic>
      <p:pic>
        <p:nvPicPr>
          <p:cNvPr id="7" name="Picture 4" descr="Tornado formation, explained | CNN">
            <a:extLst>
              <a:ext uri="{FF2B5EF4-FFF2-40B4-BE49-F238E27FC236}">
                <a16:creationId xmlns:a16="http://schemas.microsoft.com/office/drawing/2014/main" id="{BEE61071-4F0A-2210-4D3A-E376D066DE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281" y="3795948"/>
            <a:ext cx="3168105" cy="182581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7AC4586-A343-C4E0-351A-D2A05736A623}"/>
              </a:ext>
            </a:extLst>
          </p:cNvPr>
          <p:cNvSpPr txBox="1"/>
          <p:nvPr/>
        </p:nvSpPr>
        <p:spPr>
          <a:xfrm>
            <a:off x="4331728" y="1238560"/>
            <a:ext cx="7417438"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Arial" panose="020B0604020202020204"/>
                <a:ea typeface="+mn-ea"/>
                <a:cs typeface="+mn-cs"/>
              </a:rPr>
              <a:t>Definition:  </a:t>
            </a:r>
            <a:r>
              <a:rPr kumimoji="0" lang="en-US" sz="1800" b="0" i="0" u="none" strike="noStrike" kern="1200" cap="none" spc="0" normalizeH="0" baseline="0" noProof="0">
                <a:ln>
                  <a:noFill/>
                </a:ln>
                <a:effectLst/>
                <a:uLnTx/>
                <a:uFillTx/>
                <a:latin typeface="Arial" panose="020B0604020202020204"/>
                <a:ea typeface="+mn-ea"/>
                <a:cs typeface="+mn-cs"/>
              </a:rPr>
              <a:t>A tornado is a rapidly rotating column of air that extends from a thunderstorm to the ground. It appears as a funnel-shaped cloud, often containing debris and dust.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Arial" panose="020B0604020202020204"/>
                <a:ea typeface="+mn-ea"/>
                <a:cs typeface="+mn-cs"/>
              </a:rPr>
              <a:t>Formation:  </a:t>
            </a:r>
            <a:r>
              <a:rPr kumimoji="0" lang="en-US" sz="1800" b="0" i="0" u="none" strike="noStrike" kern="1200" cap="none" spc="0" normalizeH="0" baseline="0" noProof="0">
                <a:ln>
                  <a:noFill/>
                </a:ln>
                <a:effectLst/>
                <a:uLnTx/>
                <a:uFillTx/>
                <a:latin typeface="Arial" panose="020B0604020202020204"/>
                <a:ea typeface="+mn-ea"/>
                <a:cs typeface="+mn-cs"/>
              </a:rPr>
              <a:t>Tornadoes typically form from severe thunderstorms when warm, moist air meets cold, dry air. They can occur anywhere in the world but are most common in the central United States.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Arial" panose="020B0604020202020204"/>
                <a:ea typeface="+mn-ea"/>
                <a:cs typeface="+mn-cs"/>
              </a:rPr>
              <a:t>Destruction:  </a:t>
            </a:r>
            <a:r>
              <a:rPr kumimoji="0" lang="en-US" sz="1800" b="0" i="0" u="none" strike="noStrike" kern="1200" cap="none" spc="0" normalizeH="0" baseline="0" noProof="0">
                <a:ln>
                  <a:noFill/>
                </a:ln>
                <a:effectLst/>
                <a:uLnTx/>
                <a:uFillTx/>
                <a:latin typeface="Arial" panose="020B0604020202020204"/>
                <a:ea typeface="+mn-ea"/>
                <a:cs typeface="+mn-cs"/>
              </a:rPr>
              <a:t>Tornadoes can cause extreme damage to buildings, vehicles, and infrastructure. They can have wind speeds ranging from less than 100 mph to over 300 mph.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Arial" panose="020B0604020202020204"/>
                <a:ea typeface="+mn-ea"/>
                <a:cs typeface="+mn-cs"/>
              </a:rPr>
              <a:t>Safety Measures:  </a:t>
            </a:r>
            <a:r>
              <a:rPr kumimoji="0" lang="en-US" sz="1800" b="0" i="0" u="none" strike="noStrike" kern="1200" cap="none" spc="0" normalizeH="0" baseline="0" noProof="0">
                <a:ln>
                  <a:noFill/>
                </a:ln>
                <a:effectLst/>
                <a:uLnTx/>
                <a:uFillTx/>
                <a:latin typeface="Arial" panose="020B0604020202020204"/>
                <a:ea typeface="+mn-ea"/>
                <a:cs typeface="+mn-cs"/>
              </a:rPr>
              <a:t>It's crucial to have a plan in place for tornado emergencies. Monitor weather forecasts and warnings.  Seek shelter in a sturdy building, preferably a basement or interior room on the lowest floor.  Avoid windows and protect yourself from flying debris.</a:t>
            </a:r>
          </a:p>
        </p:txBody>
      </p:sp>
    </p:spTree>
    <p:extLst>
      <p:ext uri="{BB962C8B-B14F-4D97-AF65-F5344CB8AC3E}">
        <p14:creationId xmlns:p14="http://schemas.microsoft.com/office/powerpoint/2010/main" val="319097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92A90-6483-9A92-0D1C-C8D63E37A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F68E1-C4E0-17C5-4F96-EEE68B75ED50}"/>
              </a:ext>
            </a:extLst>
          </p:cNvPr>
          <p:cNvSpPr>
            <a:spLocks noGrp="1"/>
          </p:cNvSpPr>
          <p:nvPr>
            <p:ph type="title"/>
          </p:nvPr>
        </p:nvSpPr>
        <p:spPr>
          <a:xfrm>
            <a:off x="584201" y="647527"/>
            <a:ext cx="10515600" cy="464608"/>
          </a:xfrm>
        </p:spPr>
        <p:txBody>
          <a:bodyPr anchor="ctr">
            <a:normAutofit/>
          </a:bodyPr>
          <a:lstStyle/>
          <a:p>
            <a:r>
              <a:rPr lang="en-US"/>
              <a:t>Safety Moment</a:t>
            </a:r>
          </a:p>
        </p:txBody>
      </p:sp>
      <p:sp>
        <p:nvSpPr>
          <p:cNvPr id="3" name="Text Placeholder 4">
            <a:extLst>
              <a:ext uri="{FF2B5EF4-FFF2-40B4-BE49-F238E27FC236}">
                <a16:creationId xmlns:a16="http://schemas.microsoft.com/office/drawing/2014/main" id="{699A2413-2142-8908-6A29-E0F7395DA945}"/>
              </a:ext>
            </a:extLst>
          </p:cNvPr>
          <p:cNvSpPr>
            <a:spLocks noGrp="1"/>
          </p:cNvSpPr>
          <p:nvPr>
            <p:ph type="body" sz="quarter" idx="13"/>
          </p:nvPr>
        </p:nvSpPr>
        <p:spPr>
          <a:xfrm>
            <a:off x="584200" y="1100133"/>
            <a:ext cx="5435600" cy="511175"/>
          </a:xfrm>
        </p:spPr>
        <p:txBody>
          <a:bodyPr vert="horz" lIns="91440" tIns="45720" rIns="91440" bIns="45720" rtlCol="0" anchor="t">
            <a:normAutofit/>
          </a:bodyPr>
          <a:lstStyle/>
          <a:p>
            <a:r>
              <a:rPr lang="en-US"/>
              <a:t>Tornado Safety Cont.</a:t>
            </a:r>
          </a:p>
        </p:txBody>
      </p:sp>
      <p:pic>
        <p:nvPicPr>
          <p:cNvPr id="6" name="Picture 4" descr="How to Stay Safe During a Tornado – QuickResource">
            <a:extLst>
              <a:ext uri="{FF2B5EF4-FFF2-40B4-BE49-F238E27FC236}">
                <a16:creationId xmlns:a16="http://schemas.microsoft.com/office/drawing/2014/main" id="{825E4CEC-5A0A-7CA3-2BCE-88C9042F20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490" y="1511796"/>
            <a:ext cx="3457861" cy="461048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C54919A-7972-6D19-BAE5-BFCE1DFF56ED}"/>
              </a:ext>
            </a:extLst>
          </p:cNvPr>
          <p:cNvSpPr txBox="1"/>
          <p:nvPr/>
        </p:nvSpPr>
        <p:spPr>
          <a:xfrm>
            <a:off x="4266616" y="1511796"/>
            <a:ext cx="7330883"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C1C1C"/>
                </a:solidFill>
                <a:effectLst/>
                <a:uLnTx/>
                <a:uFillTx/>
                <a:latin typeface="Arial" panose="020B0604020202020204"/>
                <a:ea typeface="+mn-ea"/>
                <a:cs typeface="+mn-cs"/>
              </a:rPr>
              <a:t>Before a Tornado:  </a:t>
            </a:r>
            <a:r>
              <a:rPr kumimoji="0" lang="en-US" sz="1800" b="0" i="0" u="none" strike="noStrike" kern="1200" cap="none" spc="0" normalizeH="0" baseline="0" noProof="0">
                <a:ln>
                  <a:noFill/>
                </a:ln>
                <a:solidFill>
                  <a:srgbClr val="1C1C1C"/>
                </a:solidFill>
                <a:effectLst/>
                <a:uLnTx/>
                <a:uFillTx/>
                <a:latin typeface="Arial" panose="020B0604020202020204"/>
                <a:ea typeface="+mn-ea"/>
                <a:cs typeface="+mn-cs"/>
              </a:rPr>
              <a:t>Create a family emergency plan and practice tornado drills. Identify a safe room in your home or shelter nearby.  Secure outdoor items and reinforce windows if possible.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1C1C1C"/>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C1C1C"/>
                </a:solidFill>
                <a:effectLst/>
                <a:uLnTx/>
                <a:uFillTx/>
                <a:latin typeface="Arial" panose="020B0604020202020204"/>
                <a:ea typeface="+mn-ea"/>
                <a:cs typeface="+mn-cs"/>
              </a:rPr>
              <a:t>During a Tornado:  </a:t>
            </a:r>
            <a:r>
              <a:rPr kumimoji="0" lang="en-US" sz="1800" b="0" i="0" u="none" strike="noStrike" kern="1200" cap="none" spc="0" normalizeH="0" baseline="0" noProof="0">
                <a:ln>
                  <a:noFill/>
                </a:ln>
                <a:solidFill>
                  <a:srgbClr val="1C1C1C"/>
                </a:solidFill>
                <a:effectLst/>
                <a:uLnTx/>
                <a:uFillTx/>
                <a:latin typeface="Arial" panose="020B0604020202020204"/>
                <a:ea typeface="+mn-ea"/>
                <a:cs typeface="+mn-cs"/>
              </a:rPr>
              <a:t>Take shelter immediately in a basement or interior room without windows.  Cover your head and neck with your arms or a sturdy object.  Listen to a battery-powered weather radio or smartphone for updates.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C1C1C"/>
                </a:solidFill>
                <a:effectLst/>
                <a:uLnTx/>
                <a:uFillTx/>
                <a:latin typeface="Arial" panose="020B0604020202020204"/>
                <a:ea typeface="+mn-ea"/>
                <a:cs typeface="+mn-cs"/>
              </a:rPr>
              <a:t>After a Tornado:  </a:t>
            </a:r>
            <a:r>
              <a:rPr kumimoji="0" lang="en-US" sz="1800" b="0" i="0" u="none" strike="noStrike" kern="1200" cap="none" spc="0" normalizeH="0" baseline="0" noProof="0">
                <a:ln>
                  <a:noFill/>
                </a:ln>
                <a:solidFill>
                  <a:srgbClr val="1C1C1C"/>
                </a:solidFill>
                <a:effectLst/>
                <a:uLnTx/>
                <a:uFillTx/>
                <a:latin typeface="Arial" panose="020B0604020202020204"/>
                <a:ea typeface="+mn-ea"/>
                <a:cs typeface="+mn-cs"/>
              </a:rPr>
              <a:t>Check for injuries and administer first aid if necessary.  Be cautious of hazards such as downed power lines and gas leaks.  Contact emergency services if needed and assist neighbors if safe to do so.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C1C1C"/>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C1C1C"/>
                </a:solidFill>
                <a:effectLst/>
                <a:uLnTx/>
                <a:uFillTx/>
                <a:latin typeface="Arial" panose="020B0604020202020204"/>
                <a:ea typeface="+mn-ea"/>
                <a:cs typeface="+mn-cs"/>
              </a:rPr>
              <a:t>Conclusion: </a:t>
            </a:r>
            <a:r>
              <a:rPr kumimoji="0" lang="en-US" sz="1800" b="0" i="0" u="none" strike="noStrike" kern="1200" cap="none" spc="0" normalizeH="0" baseline="0" noProof="0">
                <a:ln>
                  <a:noFill/>
                </a:ln>
                <a:solidFill>
                  <a:srgbClr val="1C1C1C"/>
                </a:solidFill>
                <a:effectLst/>
                <a:uLnTx/>
                <a:uFillTx/>
                <a:latin typeface="Arial" panose="020B0604020202020204"/>
                <a:ea typeface="+mn-ea"/>
                <a:cs typeface="+mn-cs"/>
              </a:rPr>
              <a:t>Tornadoes are powerful natural phenomena that require preparation and quick action to stay safe.</a:t>
            </a:r>
          </a:p>
        </p:txBody>
      </p:sp>
    </p:spTree>
    <p:extLst>
      <p:ext uri="{BB962C8B-B14F-4D97-AF65-F5344CB8AC3E}">
        <p14:creationId xmlns:p14="http://schemas.microsoft.com/office/powerpoint/2010/main" val="2230284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F76C7-A16C-D9D7-A789-E84F25028481}"/>
              </a:ext>
            </a:extLst>
          </p:cNvPr>
          <p:cNvSpPr>
            <a:spLocks noGrp="1"/>
          </p:cNvSpPr>
          <p:nvPr>
            <p:ph type="title"/>
          </p:nvPr>
        </p:nvSpPr>
        <p:spPr>
          <a:xfrm>
            <a:off x="584201" y="633150"/>
            <a:ext cx="5426016" cy="478985"/>
          </a:xfrm>
        </p:spPr>
        <p:txBody>
          <a:bodyPr anchor="ctr">
            <a:normAutofit/>
          </a:bodyPr>
          <a:lstStyle/>
          <a:p>
            <a:r>
              <a:rPr lang="en-US"/>
              <a:t>Safety, Health &amp; Environment</a:t>
            </a:r>
          </a:p>
        </p:txBody>
      </p:sp>
      <p:sp>
        <p:nvSpPr>
          <p:cNvPr id="6" name="Content Placeholder 3">
            <a:extLst>
              <a:ext uri="{FF2B5EF4-FFF2-40B4-BE49-F238E27FC236}">
                <a16:creationId xmlns:a16="http://schemas.microsoft.com/office/drawing/2014/main" id="{F06931AB-8D95-7839-57E9-D4415AC72D73}"/>
              </a:ext>
            </a:extLst>
          </p:cNvPr>
          <p:cNvSpPr>
            <a:spLocks noGrp="1"/>
          </p:cNvSpPr>
          <p:nvPr>
            <p:ph sz="half" idx="1"/>
          </p:nvPr>
        </p:nvSpPr>
        <p:spPr>
          <a:xfrm>
            <a:off x="584200" y="1761457"/>
            <a:ext cx="5181600" cy="3932242"/>
          </a:xfrm>
        </p:spPr>
        <p:txBody>
          <a:bodyPr vert="horz" lIns="91440" tIns="45720" rIns="91440" bIns="45720" rtlCol="0" anchor="t">
            <a:normAutofit/>
          </a:bodyPr>
          <a:lstStyle/>
          <a:p>
            <a:pPr marL="285750" indent="-285750">
              <a:buClr>
                <a:schemeClr val="tx2"/>
              </a:buClr>
              <a:buFont typeface="Arial" panose="020B0604020202020204" pitchFamily="34" charset="0"/>
              <a:buChar char="•"/>
            </a:pPr>
            <a:r>
              <a:rPr lang="en-US" b="1" u="sng">
                <a:cs typeface="Arial"/>
              </a:rPr>
              <a:t>DEPCOM Safety Vision</a:t>
            </a:r>
          </a:p>
          <a:p>
            <a:pPr marL="285750" indent="-285750">
              <a:buClr>
                <a:schemeClr val="tx2"/>
              </a:buClr>
              <a:buFont typeface="Arial" panose="020B0604020202020204" pitchFamily="34" charset="0"/>
              <a:buChar char="•"/>
            </a:pPr>
            <a:r>
              <a:rPr lang="en-US">
                <a:solidFill>
                  <a:srgbClr val="1C2B39"/>
                </a:solidFill>
                <a:ea typeface="+mn-lt"/>
                <a:cs typeface="+mn-lt"/>
              </a:rPr>
              <a:t>The Safety and well-being of our employees and communities is our first priority, </a:t>
            </a:r>
            <a:r>
              <a:rPr lang="en-US" b="1">
                <a:cs typeface="Arial"/>
              </a:rPr>
              <a:t>Always</a:t>
            </a:r>
            <a:r>
              <a:rPr lang="en-US">
                <a:cs typeface="Arial"/>
              </a:rPr>
              <a:t>.</a:t>
            </a:r>
            <a:r>
              <a:rPr lang="en-US"/>
              <a:t> We build capability in our people and resilience in our systems to adapt, prevent, contain and recover so that when the unexpected happens, no one is killed or seriously hurt.</a:t>
            </a:r>
          </a:p>
          <a:p>
            <a:pPr marL="285750" indent="-285750">
              <a:buClr>
                <a:schemeClr val="tx2"/>
              </a:buClr>
              <a:buFont typeface="Arial" panose="020B0604020202020204" pitchFamily="34" charset="0"/>
              <a:buChar char="•"/>
            </a:pPr>
            <a:r>
              <a:rPr lang="en-US" b="1" u="sng"/>
              <a:t>Shared Vision</a:t>
            </a:r>
          </a:p>
          <a:p>
            <a:pPr marL="285750" indent="-285750">
              <a:buClr>
                <a:schemeClr val="tx2"/>
              </a:buClr>
              <a:buFont typeface="Arial" panose="020B0604020202020204" pitchFamily="34" charset="0"/>
              <a:buChar char="•"/>
            </a:pPr>
            <a:r>
              <a:rPr lang="en-US"/>
              <a:t>This vision is reinforced in orientation materials, safety briefs, and leadership meetings, and it calls for effective and </a:t>
            </a:r>
            <a:r>
              <a:rPr lang="en-US" b="1"/>
              <a:t>proactive safety leadership</a:t>
            </a:r>
            <a:r>
              <a:rPr lang="en-US"/>
              <a:t>, </a:t>
            </a:r>
            <a:r>
              <a:rPr lang="en-US" b="1"/>
              <a:t>shared responsibility</a:t>
            </a:r>
            <a:r>
              <a:rPr lang="en-US"/>
              <a:t>, and </a:t>
            </a:r>
            <a:r>
              <a:rPr lang="en-US" b="1"/>
              <a:t>empowerment</a:t>
            </a:r>
            <a:r>
              <a:rPr lang="en-US"/>
              <a:t> of every employee to act as a safety leader.</a:t>
            </a:r>
          </a:p>
          <a:p>
            <a:pPr>
              <a:buClr>
                <a:schemeClr val="tx2"/>
              </a:buClr>
            </a:pPr>
            <a:endParaRPr lang="en-US"/>
          </a:p>
          <a:p>
            <a:endParaRPr lang="en-US"/>
          </a:p>
        </p:txBody>
      </p:sp>
      <p:sp>
        <p:nvSpPr>
          <p:cNvPr id="11" name="Text Placeholder 3">
            <a:extLst>
              <a:ext uri="{FF2B5EF4-FFF2-40B4-BE49-F238E27FC236}">
                <a16:creationId xmlns:a16="http://schemas.microsoft.com/office/drawing/2014/main" id="{041217E6-28D1-5DF4-3AF7-2B972F6DD3C6}"/>
              </a:ext>
            </a:extLst>
          </p:cNvPr>
          <p:cNvSpPr>
            <a:spLocks noGrp="1"/>
          </p:cNvSpPr>
          <p:nvPr>
            <p:ph type="body" sz="quarter" idx="13"/>
          </p:nvPr>
        </p:nvSpPr>
        <p:spPr>
          <a:xfrm>
            <a:off x="584200" y="1100133"/>
            <a:ext cx="5435600" cy="511175"/>
          </a:xfrm>
        </p:spPr>
        <p:txBody>
          <a:bodyPr vert="horz" lIns="91440" tIns="45720" rIns="91440" bIns="45720" rtlCol="0" anchor="t">
            <a:noAutofit/>
          </a:bodyPr>
          <a:lstStyle/>
          <a:p>
            <a:r>
              <a:rPr lang="en-US"/>
              <a:t>HSE Induction – Site Specific Orientation</a:t>
            </a:r>
          </a:p>
        </p:txBody>
      </p:sp>
      <p:pic>
        <p:nvPicPr>
          <p:cNvPr id="3" name="Picture 2">
            <a:extLst>
              <a:ext uri="{FF2B5EF4-FFF2-40B4-BE49-F238E27FC236}">
                <a16:creationId xmlns:a16="http://schemas.microsoft.com/office/drawing/2014/main" id="{6334C386-E47E-1E4E-B00B-3E699C427C26}"/>
              </a:ext>
            </a:extLst>
          </p:cNvPr>
          <p:cNvPicPr>
            <a:picLocks noChangeAspect="1"/>
          </p:cNvPicPr>
          <p:nvPr/>
        </p:nvPicPr>
        <p:blipFill>
          <a:blip r:embed="rId3"/>
          <a:stretch>
            <a:fillRect/>
          </a:stretch>
        </p:blipFill>
        <p:spPr>
          <a:xfrm>
            <a:off x="6455757" y="1401233"/>
            <a:ext cx="5067906" cy="4054325"/>
          </a:xfrm>
          <a:prstGeom prst="rect">
            <a:avLst/>
          </a:prstGeom>
          <a:noFill/>
        </p:spPr>
      </p:pic>
      <p:sp>
        <p:nvSpPr>
          <p:cNvPr id="8" name="Title 1">
            <a:extLst>
              <a:ext uri="{FF2B5EF4-FFF2-40B4-BE49-F238E27FC236}">
                <a16:creationId xmlns:a16="http://schemas.microsoft.com/office/drawing/2014/main" id="{E3F04032-EDB9-E6AF-643A-46373E76CBC6}"/>
              </a:ext>
            </a:extLst>
          </p:cNvPr>
          <p:cNvSpPr txBox="1">
            <a:spLocks/>
          </p:cNvSpPr>
          <p:nvPr/>
        </p:nvSpPr>
        <p:spPr>
          <a:xfrm>
            <a:off x="6276220" y="616217"/>
            <a:ext cx="5426016" cy="4789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accent2"/>
                </a:solidFill>
                <a:latin typeface="+mj-lt"/>
                <a:ea typeface="+mj-ea"/>
                <a:cs typeface="+mj-cs"/>
              </a:defRPr>
            </a:lvl1pPr>
          </a:lstStyle>
          <a:p>
            <a:pPr algn="ctr"/>
            <a:r>
              <a:rPr lang="en-US" sz="2000" b="1">
                <a:solidFill>
                  <a:srgbClr val="F2802F"/>
                </a:solidFill>
                <a:latin typeface="Arial"/>
                <a:cs typeface="Arial"/>
              </a:rPr>
              <a:t>12 Golden Rules</a:t>
            </a:r>
            <a:endParaRPr lang="en-US"/>
          </a:p>
        </p:txBody>
      </p:sp>
    </p:spTree>
    <p:extLst>
      <p:ext uri="{BB962C8B-B14F-4D97-AF65-F5344CB8AC3E}">
        <p14:creationId xmlns:p14="http://schemas.microsoft.com/office/powerpoint/2010/main" val="2563898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688C1-1E33-7CB0-1F64-E5FD5B182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F959F-3B39-749E-1757-CDC9FAAAA433}"/>
              </a:ext>
            </a:extLst>
          </p:cNvPr>
          <p:cNvSpPr>
            <a:spLocks noGrp="1"/>
          </p:cNvSpPr>
          <p:nvPr>
            <p:ph type="title"/>
          </p:nvPr>
        </p:nvSpPr>
        <p:spPr/>
        <p:txBody>
          <a:bodyPr/>
          <a:lstStyle/>
          <a:p>
            <a:r>
              <a:rPr lang="en-US"/>
              <a:t>Safety</a:t>
            </a:r>
          </a:p>
        </p:txBody>
      </p:sp>
      <p:sp>
        <p:nvSpPr>
          <p:cNvPr id="3" name="Text Placeholder 4">
            <a:extLst>
              <a:ext uri="{FF2B5EF4-FFF2-40B4-BE49-F238E27FC236}">
                <a16:creationId xmlns:a16="http://schemas.microsoft.com/office/drawing/2014/main" id="{0D38CF93-4858-DB71-8125-A4F51B8B59D4}"/>
              </a:ext>
            </a:extLst>
          </p:cNvPr>
          <p:cNvSpPr>
            <a:spLocks noGrp="1"/>
          </p:cNvSpPr>
          <p:nvPr>
            <p:ph type="body" sz="quarter" idx="13"/>
          </p:nvPr>
        </p:nvSpPr>
        <p:spPr>
          <a:xfrm>
            <a:off x="584200" y="1100133"/>
            <a:ext cx="5939064" cy="511175"/>
          </a:xfrm>
        </p:spPr>
        <p:txBody>
          <a:bodyPr vert="horz" lIns="91440" tIns="45720" rIns="91440" bIns="45720" rtlCol="0" anchor="t">
            <a:normAutofit/>
          </a:bodyPr>
          <a:lstStyle/>
          <a:p>
            <a:r>
              <a:rPr lang="en-US"/>
              <a:t>Safety Green Light Initiative – Stop Work Card</a:t>
            </a:r>
          </a:p>
        </p:txBody>
      </p:sp>
      <p:pic>
        <p:nvPicPr>
          <p:cNvPr id="8" name="Picture 7" descr="A red and white stop sign&#10;&#10;AI-generated content may be incorrect.">
            <a:extLst>
              <a:ext uri="{FF2B5EF4-FFF2-40B4-BE49-F238E27FC236}">
                <a16:creationId xmlns:a16="http://schemas.microsoft.com/office/drawing/2014/main" id="{7EA72ABB-F8E7-2A3D-ED3E-952183730CE9}"/>
              </a:ext>
            </a:extLst>
          </p:cNvPr>
          <p:cNvPicPr>
            <a:picLocks noChangeAspect="1"/>
          </p:cNvPicPr>
          <p:nvPr/>
        </p:nvPicPr>
        <p:blipFill>
          <a:blip r:embed="rId3"/>
          <a:stretch>
            <a:fillRect/>
          </a:stretch>
        </p:blipFill>
        <p:spPr>
          <a:xfrm>
            <a:off x="8796377" y="1347106"/>
            <a:ext cx="2287280" cy="3905251"/>
          </a:xfrm>
          <a:prstGeom prst="rect">
            <a:avLst/>
          </a:prstGeom>
        </p:spPr>
      </p:pic>
      <p:pic>
        <p:nvPicPr>
          <p:cNvPr id="11" name="Content Placeholder 10" descr="A group of signs with text&#10;&#10;AI-generated content may be incorrect.">
            <a:extLst>
              <a:ext uri="{FF2B5EF4-FFF2-40B4-BE49-F238E27FC236}">
                <a16:creationId xmlns:a16="http://schemas.microsoft.com/office/drawing/2014/main" id="{5AE27739-3CC4-BF60-D1E3-C358AC590A1C}"/>
              </a:ext>
            </a:extLst>
          </p:cNvPr>
          <p:cNvPicPr>
            <a:picLocks noGrp="1" noChangeAspect="1"/>
          </p:cNvPicPr>
          <p:nvPr>
            <p:ph sz="half" idx="1"/>
          </p:nvPr>
        </p:nvPicPr>
        <p:blipFill>
          <a:blip r:embed="rId4"/>
          <a:stretch>
            <a:fillRect/>
          </a:stretch>
        </p:blipFill>
        <p:spPr>
          <a:xfrm>
            <a:off x="6491424" y="1326029"/>
            <a:ext cx="2293437" cy="3932242"/>
          </a:xfrm>
          <a:prstGeom prst="rect">
            <a:avLst/>
          </a:prstGeom>
        </p:spPr>
      </p:pic>
      <p:sp>
        <p:nvSpPr>
          <p:cNvPr id="13" name="TextBox 12">
            <a:extLst>
              <a:ext uri="{FF2B5EF4-FFF2-40B4-BE49-F238E27FC236}">
                <a16:creationId xmlns:a16="http://schemas.microsoft.com/office/drawing/2014/main" id="{3A9B0EF4-2536-9480-EE55-05E7B89DFE55}"/>
              </a:ext>
            </a:extLst>
          </p:cNvPr>
          <p:cNvSpPr txBox="1"/>
          <p:nvPr/>
        </p:nvSpPr>
        <p:spPr>
          <a:xfrm>
            <a:off x="591580" y="1706751"/>
            <a:ext cx="5133814" cy="39990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Sans-Serif"/>
              <a:buChar char="•"/>
            </a:pPr>
            <a:r>
              <a:rPr lang="en-US" sz="1600" b="1" u="sng">
                <a:solidFill>
                  <a:srgbClr val="00B050"/>
                </a:solidFill>
                <a:cs typeface="Arial"/>
              </a:rPr>
              <a:t>Green Light Initiative</a:t>
            </a:r>
          </a:p>
          <a:p>
            <a:pPr marL="285750" indent="-285750">
              <a:lnSpc>
                <a:spcPct val="90000"/>
              </a:lnSpc>
              <a:spcBef>
                <a:spcPts val="1000"/>
              </a:spcBef>
              <a:buFont typeface="Arial,Sans-Serif"/>
              <a:buChar char="•"/>
            </a:pPr>
            <a:r>
              <a:rPr lang="en-US" sz="1600">
                <a:solidFill>
                  <a:srgbClr val="1C2B39"/>
                </a:solidFill>
                <a:cs typeface="Arial"/>
              </a:rPr>
              <a:t>Three open questions to be embedded into pre-job discussions</a:t>
            </a:r>
          </a:p>
          <a:p>
            <a:pPr marL="285750" indent="-285750">
              <a:lnSpc>
                <a:spcPct val="90000"/>
              </a:lnSpc>
              <a:spcBef>
                <a:spcPts val="1000"/>
              </a:spcBef>
              <a:buFont typeface="Arial,Sans-Serif"/>
              <a:buChar char="•"/>
            </a:pPr>
            <a:r>
              <a:rPr lang="en-US" sz="1600" b="1" u="sng">
                <a:solidFill>
                  <a:srgbClr val="1C2B39"/>
                </a:solidFill>
                <a:cs typeface="Arial"/>
              </a:rPr>
              <a:t>Stop Work Policy</a:t>
            </a:r>
            <a:endParaRPr lang="en-US" sz="1600">
              <a:solidFill>
                <a:srgbClr val="1C1C1C"/>
              </a:solidFill>
              <a:cs typeface="Arial"/>
            </a:endParaRPr>
          </a:p>
          <a:p>
            <a:pPr marL="285750" indent="-285750">
              <a:lnSpc>
                <a:spcPct val="90000"/>
              </a:lnSpc>
              <a:spcBef>
                <a:spcPts val="1000"/>
              </a:spcBef>
              <a:buFont typeface="Arial,Sans-Serif"/>
              <a:buChar char="•"/>
            </a:pPr>
            <a:r>
              <a:rPr lang="en-US" sz="1600">
                <a:solidFill>
                  <a:srgbClr val="1C2B39"/>
                </a:solidFill>
                <a:cs typeface="Arial"/>
              </a:rPr>
              <a:t>Positive Reinforcement</a:t>
            </a:r>
          </a:p>
          <a:p>
            <a:pPr marL="285750" indent="-285750">
              <a:lnSpc>
                <a:spcPct val="90000"/>
              </a:lnSpc>
              <a:spcBef>
                <a:spcPts val="1000"/>
              </a:spcBef>
              <a:buFont typeface="Arial,Sans-Serif"/>
              <a:buChar char="•"/>
            </a:pPr>
            <a:r>
              <a:rPr lang="en-US" sz="1600">
                <a:solidFill>
                  <a:srgbClr val="1C2B39"/>
                </a:solidFill>
                <a:cs typeface="Arial"/>
              </a:rPr>
              <a:t>No Disciplinary Action</a:t>
            </a:r>
            <a:endParaRPr lang="en-US">
              <a:solidFill>
                <a:srgbClr val="1C1C1C"/>
              </a:solidFill>
              <a:cs typeface="Arial"/>
            </a:endParaRPr>
          </a:p>
          <a:p>
            <a:pPr marL="285750" indent="-285750">
              <a:lnSpc>
                <a:spcPct val="90000"/>
              </a:lnSpc>
              <a:spcBef>
                <a:spcPts val="1000"/>
              </a:spcBef>
              <a:buFont typeface="Arial,Sans-Serif"/>
              <a:buChar char="•"/>
            </a:pPr>
            <a:r>
              <a:rPr lang="en-US" sz="1600">
                <a:solidFill>
                  <a:srgbClr val="1C2B39"/>
                </a:solidFill>
                <a:cs typeface="Arial"/>
              </a:rPr>
              <a:t>Site-Level Commitment: This policy shall be documented and VISIBLY posted at the site.</a:t>
            </a:r>
            <a:endParaRPr lang="en-US">
              <a:cs typeface="Arial"/>
            </a:endParaRPr>
          </a:p>
          <a:p>
            <a:pPr marL="285750" indent="-285750">
              <a:lnSpc>
                <a:spcPct val="90000"/>
              </a:lnSpc>
              <a:spcBef>
                <a:spcPts val="1000"/>
              </a:spcBef>
              <a:buFont typeface="Arial,Sans-Serif"/>
              <a:buChar char="•"/>
            </a:pPr>
            <a:r>
              <a:rPr lang="en-US" sz="1600">
                <a:solidFill>
                  <a:srgbClr val="1C2B39"/>
                </a:solidFill>
                <a:cs typeface="Arial"/>
              </a:rPr>
              <a:t>Leadership Endorsement: Policy will be signed by senior management to reinforce accountability and support.</a:t>
            </a:r>
            <a:endParaRPr lang="en-US"/>
          </a:p>
          <a:p>
            <a:pPr marL="285750" indent="-285750">
              <a:lnSpc>
                <a:spcPct val="90000"/>
              </a:lnSpc>
              <a:spcBef>
                <a:spcPts val="1000"/>
              </a:spcBef>
              <a:buFont typeface="Arial,Sans-Serif"/>
              <a:buChar char="•"/>
            </a:pPr>
            <a:endParaRPr lang="en-US" sz="1600">
              <a:solidFill>
                <a:srgbClr val="1C2B39"/>
              </a:solidFill>
              <a:cs typeface="Arial"/>
            </a:endParaRPr>
          </a:p>
          <a:p>
            <a:pPr marL="285750" indent="-285750">
              <a:lnSpc>
                <a:spcPct val="90000"/>
              </a:lnSpc>
              <a:spcBef>
                <a:spcPts val="1000"/>
              </a:spcBef>
              <a:buFont typeface="Arial,Sans-Serif"/>
              <a:buChar char="•"/>
            </a:pPr>
            <a:endParaRPr lang="en-US" sz="1600">
              <a:solidFill>
                <a:srgbClr val="1C2B39"/>
              </a:solidFill>
              <a:cs typeface="Arial"/>
            </a:endParaRPr>
          </a:p>
        </p:txBody>
      </p:sp>
    </p:spTree>
    <p:extLst>
      <p:ext uri="{BB962C8B-B14F-4D97-AF65-F5344CB8AC3E}">
        <p14:creationId xmlns:p14="http://schemas.microsoft.com/office/powerpoint/2010/main" val="99313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4593-0FFA-D7CB-C15A-B17C8D198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F0BC1-DED9-326A-B485-305C468A8BC6}"/>
              </a:ext>
            </a:extLst>
          </p:cNvPr>
          <p:cNvSpPr>
            <a:spLocks noGrp="1"/>
          </p:cNvSpPr>
          <p:nvPr>
            <p:ph type="title"/>
          </p:nvPr>
        </p:nvSpPr>
        <p:spPr>
          <a:xfrm>
            <a:off x="584201" y="647527"/>
            <a:ext cx="6598657" cy="464608"/>
          </a:xfrm>
        </p:spPr>
        <p:txBody>
          <a:bodyPr anchor="ctr">
            <a:normAutofit/>
          </a:bodyPr>
          <a:lstStyle/>
          <a:p>
            <a:r>
              <a:rPr lang="en-US"/>
              <a:t>Safety</a:t>
            </a:r>
          </a:p>
        </p:txBody>
      </p:sp>
      <p:sp>
        <p:nvSpPr>
          <p:cNvPr id="19" name="Content Placeholder 2">
            <a:extLst>
              <a:ext uri="{FF2B5EF4-FFF2-40B4-BE49-F238E27FC236}">
                <a16:creationId xmlns:a16="http://schemas.microsoft.com/office/drawing/2014/main" id="{74353742-9C71-5FBA-8CC0-C4BF3B6A0867}"/>
              </a:ext>
            </a:extLst>
          </p:cNvPr>
          <p:cNvSpPr>
            <a:spLocks noGrp="1"/>
          </p:cNvSpPr>
          <p:nvPr>
            <p:ph sz="half" idx="1"/>
          </p:nvPr>
        </p:nvSpPr>
        <p:spPr>
          <a:xfrm>
            <a:off x="584200" y="1761457"/>
            <a:ext cx="6598656" cy="3932242"/>
          </a:xfrm>
        </p:spPr>
        <p:txBody>
          <a:bodyPr vert="horz" lIns="91440" tIns="45720" rIns="91440" bIns="45720" rtlCol="0" anchor="t">
            <a:noAutofit/>
          </a:bodyPr>
          <a:lstStyle/>
          <a:p>
            <a:pPr marL="285750" indent="-285750">
              <a:buFont typeface="Arial"/>
              <a:buChar char="•"/>
            </a:pPr>
            <a:r>
              <a:rPr lang="en-US" b="1">
                <a:solidFill>
                  <a:srgbClr val="424242"/>
                </a:solidFill>
                <a:ea typeface="+mn-lt"/>
                <a:cs typeface="+mn-lt"/>
              </a:rPr>
              <a:t>Celebrate Safety Champions</a:t>
            </a:r>
            <a:endParaRPr lang="en-US"/>
          </a:p>
          <a:p>
            <a:pPr marL="1028700" lvl="1">
              <a:buFont typeface="Arial"/>
              <a:buChar char="•"/>
            </a:pPr>
            <a:r>
              <a:rPr lang="en-US">
                <a:solidFill>
                  <a:srgbClr val="424242"/>
                </a:solidFill>
                <a:ea typeface="+mn-lt"/>
                <a:cs typeface="+mn-lt"/>
              </a:rPr>
              <a:t>Site-level recognition programs honor key contributors to safety culture</a:t>
            </a:r>
            <a:endParaRPr lang="en-US"/>
          </a:p>
          <a:p>
            <a:pPr marL="1028700" lvl="1">
              <a:buFont typeface="Arial"/>
              <a:buChar char="•"/>
            </a:pPr>
            <a:r>
              <a:rPr lang="en-US">
                <a:solidFill>
                  <a:srgbClr val="424242"/>
                </a:solidFill>
                <a:ea typeface="+mn-lt"/>
                <a:cs typeface="+mn-lt"/>
              </a:rPr>
              <a:t>Perks include </a:t>
            </a:r>
            <a:r>
              <a:rPr lang="en-US" b="1">
                <a:solidFill>
                  <a:srgbClr val="424242"/>
                </a:solidFill>
                <a:ea typeface="+mn-lt"/>
                <a:cs typeface="+mn-lt"/>
              </a:rPr>
              <a:t>preferred parking</a:t>
            </a:r>
            <a:r>
              <a:rPr lang="en-US">
                <a:solidFill>
                  <a:srgbClr val="424242"/>
                </a:solidFill>
                <a:ea typeface="+mn-lt"/>
                <a:cs typeface="+mn-lt"/>
              </a:rPr>
              <a:t>, </a:t>
            </a:r>
            <a:r>
              <a:rPr lang="en-US" b="1">
                <a:solidFill>
                  <a:srgbClr val="424242"/>
                </a:solidFill>
                <a:ea typeface="+mn-lt"/>
                <a:cs typeface="+mn-lt"/>
              </a:rPr>
              <a:t>site giveaways</a:t>
            </a:r>
            <a:r>
              <a:rPr lang="en-US">
                <a:solidFill>
                  <a:srgbClr val="424242"/>
                </a:solidFill>
                <a:ea typeface="+mn-lt"/>
                <a:cs typeface="+mn-lt"/>
              </a:rPr>
              <a:t>, and </a:t>
            </a:r>
            <a:r>
              <a:rPr lang="en-US" b="1">
                <a:solidFill>
                  <a:srgbClr val="424242"/>
                </a:solidFill>
                <a:ea typeface="+mn-lt"/>
                <a:cs typeface="+mn-lt"/>
              </a:rPr>
              <a:t>food trucks</a:t>
            </a:r>
            <a:r>
              <a:rPr lang="en-US">
                <a:solidFill>
                  <a:srgbClr val="424242"/>
                </a:solidFill>
                <a:ea typeface="+mn-lt"/>
                <a:cs typeface="+mn-lt"/>
              </a:rPr>
              <a:t> during Safety Week</a:t>
            </a:r>
            <a:endParaRPr lang="en-US"/>
          </a:p>
          <a:p>
            <a:pPr marL="285750" indent="-285750">
              <a:buFont typeface="Arial"/>
              <a:buChar char="•"/>
            </a:pPr>
            <a:r>
              <a:rPr lang="en-US" b="1">
                <a:solidFill>
                  <a:srgbClr val="424242"/>
                </a:solidFill>
                <a:ea typeface="+mn-lt"/>
                <a:cs typeface="+mn-lt"/>
              </a:rPr>
              <a:t>Safety Coins Program</a:t>
            </a:r>
            <a:endParaRPr lang="en-US"/>
          </a:p>
          <a:p>
            <a:pPr marL="1028700" lvl="1">
              <a:buFont typeface="Arial"/>
              <a:buChar char="•"/>
            </a:pPr>
            <a:r>
              <a:rPr lang="en-US" b="1">
                <a:solidFill>
                  <a:srgbClr val="424242"/>
                </a:solidFill>
                <a:ea typeface="+mn-lt"/>
                <a:cs typeface="+mn-lt"/>
              </a:rPr>
              <a:t>Level 1 (Orange)</a:t>
            </a:r>
            <a:r>
              <a:rPr lang="en-US">
                <a:solidFill>
                  <a:srgbClr val="424242"/>
                </a:solidFill>
                <a:ea typeface="+mn-lt"/>
                <a:cs typeface="+mn-lt"/>
              </a:rPr>
              <a:t> coin required to qualify for </a:t>
            </a:r>
            <a:r>
              <a:rPr lang="en-US" b="1">
                <a:solidFill>
                  <a:srgbClr val="424242"/>
                </a:solidFill>
                <a:ea typeface="+mn-lt"/>
                <a:cs typeface="+mn-lt"/>
              </a:rPr>
              <a:t>Level 2</a:t>
            </a:r>
            <a:endParaRPr lang="en-US"/>
          </a:p>
          <a:p>
            <a:pPr marL="1028700" lvl="1">
              <a:buFont typeface="Arial"/>
              <a:buChar char="•"/>
            </a:pPr>
            <a:r>
              <a:rPr lang="en-US">
                <a:solidFill>
                  <a:srgbClr val="424242"/>
                </a:solidFill>
                <a:ea typeface="+mn-lt"/>
                <a:cs typeface="+mn-lt"/>
              </a:rPr>
              <a:t>Awarded for:</a:t>
            </a:r>
            <a:endParaRPr lang="en-US"/>
          </a:p>
          <a:p>
            <a:pPr marL="1428750" lvl="2" indent="-285750">
              <a:buFont typeface="Arial"/>
              <a:buChar char="•"/>
            </a:pPr>
            <a:r>
              <a:rPr lang="en-US">
                <a:solidFill>
                  <a:srgbClr val="424242"/>
                </a:solidFill>
                <a:ea typeface="+mn-lt"/>
                <a:cs typeface="+mn-lt"/>
              </a:rPr>
              <a:t>Leading safety within their crew</a:t>
            </a:r>
            <a:endParaRPr lang="en-US"/>
          </a:p>
          <a:p>
            <a:pPr marL="1428750" lvl="2" indent="-285750">
              <a:buFont typeface="Arial"/>
              <a:buChar char="•"/>
            </a:pPr>
            <a:r>
              <a:rPr lang="en-US">
                <a:solidFill>
                  <a:srgbClr val="424242"/>
                </a:solidFill>
                <a:ea typeface="+mn-lt"/>
                <a:cs typeface="+mn-lt"/>
              </a:rPr>
              <a:t>Holding coworkers accountable</a:t>
            </a:r>
            <a:endParaRPr lang="en-US"/>
          </a:p>
          <a:p>
            <a:pPr marL="1428750" lvl="2" indent="-285750">
              <a:buFont typeface="Arial"/>
              <a:buChar char="•"/>
            </a:pPr>
            <a:r>
              <a:rPr lang="en-US">
                <a:solidFill>
                  <a:srgbClr val="424242"/>
                </a:solidFill>
                <a:ea typeface="+mn-lt"/>
                <a:cs typeface="+mn-lt"/>
              </a:rPr>
              <a:t>Identifying and mitigating risks (“good catches”)</a:t>
            </a:r>
            <a:endParaRPr lang="en-US"/>
          </a:p>
          <a:p>
            <a:endParaRPr lang="en-US"/>
          </a:p>
        </p:txBody>
      </p:sp>
      <p:sp>
        <p:nvSpPr>
          <p:cNvPr id="3" name="Text Placeholder 4">
            <a:extLst>
              <a:ext uri="{FF2B5EF4-FFF2-40B4-BE49-F238E27FC236}">
                <a16:creationId xmlns:a16="http://schemas.microsoft.com/office/drawing/2014/main" id="{68E39C9F-C843-F420-1CB7-3E8860376BE2}"/>
              </a:ext>
            </a:extLst>
          </p:cNvPr>
          <p:cNvSpPr>
            <a:spLocks noGrp="1"/>
          </p:cNvSpPr>
          <p:nvPr>
            <p:ph type="body" sz="quarter" idx="13"/>
          </p:nvPr>
        </p:nvSpPr>
        <p:spPr>
          <a:xfrm>
            <a:off x="584200" y="1100133"/>
            <a:ext cx="6598656" cy="511175"/>
          </a:xfrm>
        </p:spPr>
        <p:txBody>
          <a:bodyPr vert="horz" lIns="91440" tIns="45720" rIns="91440" bIns="45720" rtlCol="0" anchor="t">
            <a:normAutofit/>
          </a:bodyPr>
          <a:lstStyle/>
          <a:p>
            <a:r>
              <a:rPr lang="en-US"/>
              <a:t>Positive Reinforcement </a:t>
            </a:r>
          </a:p>
        </p:txBody>
      </p:sp>
      <p:pic>
        <p:nvPicPr>
          <p:cNvPr id="13" name="Content Placeholder 12" descr="A close-up of a badge&#10;&#10;AI-generated content may be incorrect.">
            <a:extLst>
              <a:ext uri="{FF2B5EF4-FFF2-40B4-BE49-F238E27FC236}">
                <a16:creationId xmlns:a16="http://schemas.microsoft.com/office/drawing/2014/main" id="{F6F9E927-F541-18E0-B53A-241DA8D0C3CA}"/>
              </a:ext>
            </a:extLst>
          </p:cNvPr>
          <p:cNvPicPr>
            <a:picLocks noGrp="1" noChangeAspect="1"/>
          </p:cNvPicPr>
          <p:nvPr>
            <p:ph type="pic" sz="quarter" idx="16"/>
          </p:nvPr>
        </p:nvPicPr>
        <p:blipFill>
          <a:blip r:embed="rId3"/>
          <a:srcRect l="19017" t="2054" r="9767" b="-2054"/>
          <a:stretch>
            <a:fillRect/>
          </a:stretch>
        </p:blipFill>
        <p:spPr>
          <a:xfrm>
            <a:off x="7670433" y="700166"/>
            <a:ext cx="3971891" cy="2565514"/>
          </a:xfrm>
          <a:prstGeom prst="rect">
            <a:avLst/>
          </a:prstGeom>
          <a:noFill/>
        </p:spPr>
      </p:pic>
      <p:pic>
        <p:nvPicPr>
          <p:cNvPr id="14" name="Picture 13" descr="A close-up of a coin&#10;&#10;AI-generated content may be incorrect.">
            <a:extLst>
              <a:ext uri="{FF2B5EF4-FFF2-40B4-BE49-F238E27FC236}">
                <a16:creationId xmlns:a16="http://schemas.microsoft.com/office/drawing/2014/main" id="{8FFBABD5-0029-A923-166B-3867A52F5481}"/>
              </a:ext>
            </a:extLst>
          </p:cNvPr>
          <p:cNvPicPr>
            <a:picLocks noChangeAspect="1"/>
          </p:cNvPicPr>
          <p:nvPr/>
        </p:nvPicPr>
        <p:blipFill>
          <a:blip r:embed="rId4"/>
          <a:srcRect l="19813" t="1646" r="9425" b="-1114"/>
          <a:stretch>
            <a:fillRect/>
          </a:stretch>
        </p:blipFill>
        <p:spPr>
          <a:xfrm>
            <a:off x="7670433" y="3471862"/>
            <a:ext cx="3994910" cy="2583157"/>
          </a:xfrm>
          <a:prstGeom prst="rect">
            <a:avLst/>
          </a:prstGeom>
          <a:noFill/>
        </p:spPr>
      </p:pic>
    </p:spTree>
    <p:extLst>
      <p:ext uri="{BB962C8B-B14F-4D97-AF65-F5344CB8AC3E}">
        <p14:creationId xmlns:p14="http://schemas.microsoft.com/office/powerpoint/2010/main" val="439098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9A6C-DC99-47E2-ED0E-00D040B11F36}"/>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E5361007-722B-5C9D-92E7-0572AD4C8CE7}"/>
              </a:ext>
            </a:extLst>
          </p:cNvPr>
          <p:cNvSpPr>
            <a:spLocks noGrp="1"/>
          </p:cNvSpPr>
          <p:nvPr>
            <p:ph type="title"/>
          </p:nvPr>
        </p:nvSpPr>
        <p:spPr>
          <a:xfrm>
            <a:off x="584201" y="647527"/>
            <a:ext cx="5435599" cy="464608"/>
          </a:xfrm>
        </p:spPr>
        <p:txBody>
          <a:bodyPr anchor="ctr">
            <a:normAutofit/>
          </a:bodyPr>
          <a:lstStyle/>
          <a:p>
            <a:r>
              <a:rPr lang="en-US"/>
              <a:t>Safety</a:t>
            </a:r>
          </a:p>
        </p:txBody>
      </p:sp>
      <p:sp>
        <p:nvSpPr>
          <p:cNvPr id="26" name="Content Placeholder 2">
            <a:extLst>
              <a:ext uri="{FF2B5EF4-FFF2-40B4-BE49-F238E27FC236}">
                <a16:creationId xmlns:a16="http://schemas.microsoft.com/office/drawing/2014/main" id="{3D7444A4-34E1-F35E-3133-AF585A87DCE0}"/>
              </a:ext>
            </a:extLst>
          </p:cNvPr>
          <p:cNvSpPr>
            <a:spLocks noGrp="1"/>
          </p:cNvSpPr>
          <p:nvPr>
            <p:ph sz="half" idx="1"/>
          </p:nvPr>
        </p:nvSpPr>
        <p:spPr>
          <a:xfrm>
            <a:off x="584200" y="2062277"/>
            <a:ext cx="5181600" cy="2725647"/>
          </a:xfrm>
        </p:spPr>
        <p:txBody>
          <a:bodyPr vert="horz" lIns="91440" tIns="45720" rIns="91440" bIns="45720" rtlCol="0" anchor="t">
            <a:noAutofit/>
          </a:bodyPr>
          <a:lstStyle/>
          <a:p>
            <a:r>
              <a:rPr lang="en-US" b="1"/>
              <a:t>Permits Expire Daily</a:t>
            </a:r>
          </a:p>
          <a:p>
            <a:r>
              <a:rPr lang="en-US"/>
              <a:t>Site conditions change during the course of the day, and especially overnight.</a:t>
            </a:r>
          </a:p>
          <a:p>
            <a:r>
              <a:rPr lang="en-US" b="1"/>
              <a:t>Permit + Accompanying Documents</a:t>
            </a:r>
          </a:p>
          <a:p>
            <a:r>
              <a:rPr lang="en-US"/>
              <a:t>JHA's, Drawings, Method Statements</a:t>
            </a:r>
          </a:p>
          <a:p>
            <a:r>
              <a:rPr lang="en-US" b="1"/>
              <a:t>Accessible Information</a:t>
            </a:r>
          </a:p>
          <a:p>
            <a:r>
              <a:rPr lang="en-US"/>
              <a:t>The information packet shall be available upon request at location of the work</a:t>
            </a:r>
          </a:p>
        </p:txBody>
      </p:sp>
      <p:sp>
        <p:nvSpPr>
          <p:cNvPr id="28" name="Text Placeholder 4">
            <a:extLst>
              <a:ext uri="{FF2B5EF4-FFF2-40B4-BE49-F238E27FC236}">
                <a16:creationId xmlns:a16="http://schemas.microsoft.com/office/drawing/2014/main" id="{5D9B6A9B-DF71-D20C-EE7E-4CD503FF11D1}"/>
              </a:ext>
            </a:extLst>
          </p:cNvPr>
          <p:cNvSpPr>
            <a:spLocks noGrp="1"/>
          </p:cNvSpPr>
          <p:nvPr>
            <p:ph type="body" sz="quarter" idx="13"/>
          </p:nvPr>
        </p:nvSpPr>
        <p:spPr>
          <a:xfrm>
            <a:off x="584200" y="1100133"/>
            <a:ext cx="5435600" cy="511175"/>
          </a:xfrm>
        </p:spPr>
        <p:txBody>
          <a:bodyPr vert="horz" lIns="91440" tIns="45720" rIns="91440" bIns="45720" rtlCol="0" anchor="t">
            <a:normAutofit/>
          </a:bodyPr>
          <a:lstStyle/>
          <a:p>
            <a:r>
              <a:rPr lang="en-US"/>
              <a:t>DEPCOM Power + Permit To Work</a:t>
            </a:r>
          </a:p>
        </p:txBody>
      </p:sp>
      <p:pic>
        <p:nvPicPr>
          <p:cNvPr id="30" name="Content Placeholder 3" descr="A document with text and a red and white text&#10;&#10;AI-generated content may be incorrect.">
            <a:extLst>
              <a:ext uri="{FF2B5EF4-FFF2-40B4-BE49-F238E27FC236}">
                <a16:creationId xmlns:a16="http://schemas.microsoft.com/office/drawing/2014/main" id="{6757BD24-1F47-BA44-B6B6-FBAE2992CFE0}"/>
              </a:ext>
            </a:extLst>
          </p:cNvPr>
          <p:cNvPicPr>
            <a:picLocks noChangeAspect="1"/>
          </p:cNvPicPr>
          <p:nvPr/>
        </p:nvPicPr>
        <p:blipFill>
          <a:blip r:embed="rId3"/>
          <a:srcRect r="-3" b="4821"/>
          <a:stretch>
            <a:fillRect/>
          </a:stretch>
        </p:blipFill>
        <p:spPr>
          <a:xfrm>
            <a:off x="6941128" y="647527"/>
            <a:ext cx="4317786" cy="5319722"/>
          </a:xfrm>
          <a:prstGeom prst="rect">
            <a:avLst/>
          </a:prstGeom>
          <a:noFill/>
        </p:spPr>
      </p:pic>
    </p:spTree>
    <p:extLst>
      <p:ext uri="{BB962C8B-B14F-4D97-AF65-F5344CB8AC3E}">
        <p14:creationId xmlns:p14="http://schemas.microsoft.com/office/powerpoint/2010/main" val="1085852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07F4-3117-62CA-58B4-448373C47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8558A-C8DF-5891-941C-650E69034C5E}"/>
              </a:ext>
            </a:extLst>
          </p:cNvPr>
          <p:cNvSpPr>
            <a:spLocks noGrp="1"/>
          </p:cNvSpPr>
          <p:nvPr>
            <p:ph type="title"/>
          </p:nvPr>
        </p:nvSpPr>
        <p:spPr>
          <a:xfrm>
            <a:off x="584201" y="647527"/>
            <a:ext cx="10515600" cy="464608"/>
          </a:xfrm>
        </p:spPr>
        <p:txBody>
          <a:bodyPr anchor="ctr">
            <a:normAutofit/>
          </a:bodyPr>
          <a:lstStyle/>
          <a:p>
            <a:r>
              <a:rPr lang="en-US"/>
              <a:t>Safety</a:t>
            </a:r>
          </a:p>
        </p:txBody>
      </p:sp>
      <p:sp>
        <p:nvSpPr>
          <p:cNvPr id="9" name="Content Placeholder 2">
            <a:extLst>
              <a:ext uri="{FF2B5EF4-FFF2-40B4-BE49-F238E27FC236}">
                <a16:creationId xmlns:a16="http://schemas.microsoft.com/office/drawing/2014/main" id="{D01A06CA-5B31-70CF-9DF6-BF50E3938B7C}"/>
              </a:ext>
            </a:extLst>
          </p:cNvPr>
          <p:cNvSpPr>
            <a:spLocks noGrp="1"/>
          </p:cNvSpPr>
          <p:nvPr>
            <p:ph sz="half" idx="1"/>
          </p:nvPr>
        </p:nvSpPr>
        <p:spPr>
          <a:xfrm>
            <a:off x="584200" y="1761457"/>
            <a:ext cx="5181600" cy="3932242"/>
          </a:xfrm>
        </p:spPr>
        <p:txBody>
          <a:bodyPr vert="horz" lIns="91440" tIns="45720" rIns="91440" bIns="45720" rtlCol="0" anchor="t">
            <a:noAutofit/>
          </a:bodyPr>
          <a:lstStyle/>
          <a:p>
            <a:pPr marL="285750" indent="-285750">
              <a:buFont typeface="Arial"/>
              <a:buChar char="•"/>
            </a:pPr>
            <a:r>
              <a:rPr lang="en-US" b="1">
                <a:solidFill>
                  <a:srgbClr val="424242"/>
                </a:solidFill>
                <a:ea typeface="+mn-lt"/>
                <a:cs typeface="+mn-lt"/>
              </a:rPr>
              <a:t>Dynamic Muster Points</a:t>
            </a:r>
            <a:endParaRPr lang="en-US"/>
          </a:p>
          <a:p>
            <a:pPr marL="1028700" lvl="1">
              <a:buFont typeface="Arial"/>
              <a:buChar char="•"/>
            </a:pPr>
            <a:r>
              <a:rPr lang="en-US">
                <a:solidFill>
                  <a:srgbClr val="424242"/>
                </a:solidFill>
                <a:ea typeface="+mn-lt"/>
                <a:cs typeface="+mn-lt"/>
              </a:rPr>
              <a:t>Muster areas may change as construction phases begin and end</a:t>
            </a:r>
            <a:endParaRPr lang="en-US"/>
          </a:p>
          <a:p>
            <a:pPr marL="1028700" lvl="1">
              <a:buFont typeface="Arial"/>
              <a:buChar char="•"/>
            </a:pPr>
            <a:r>
              <a:rPr lang="en-US">
                <a:solidFill>
                  <a:srgbClr val="424242"/>
                </a:solidFill>
                <a:ea typeface="+mn-lt"/>
                <a:cs typeface="+mn-lt"/>
              </a:rPr>
              <a:t>EAP is continuously updated to reflect current site layout</a:t>
            </a:r>
            <a:endParaRPr lang="en-US"/>
          </a:p>
          <a:p>
            <a:pPr marL="285750" indent="-285750">
              <a:buFont typeface="Arial"/>
              <a:buChar char="•"/>
            </a:pPr>
            <a:r>
              <a:rPr lang="en-US" b="1">
                <a:solidFill>
                  <a:srgbClr val="424242"/>
                </a:solidFill>
                <a:ea typeface="+mn-lt"/>
                <a:cs typeface="+mn-lt"/>
              </a:rPr>
              <a:t>Comprehensive Response Planning</a:t>
            </a:r>
            <a:endParaRPr lang="en-US"/>
          </a:p>
          <a:p>
            <a:pPr marL="1028700" lvl="1">
              <a:buFont typeface="Arial"/>
              <a:buChar char="•"/>
            </a:pPr>
            <a:r>
              <a:rPr lang="en-US">
                <a:solidFill>
                  <a:srgbClr val="424242"/>
                </a:solidFill>
                <a:ea typeface="+mn-lt"/>
                <a:cs typeface="+mn-lt"/>
              </a:rPr>
              <a:t>Covers scenarios from </a:t>
            </a:r>
            <a:r>
              <a:rPr lang="en-US" b="1">
                <a:solidFill>
                  <a:srgbClr val="424242"/>
                </a:solidFill>
                <a:ea typeface="+mn-lt"/>
                <a:cs typeface="+mn-lt"/>
              </a:rPr>
              <a:t>weather events</a:t>
            </a:r>
            <a:r>
              <a:rPr lang="en-US">
                <a:solidFill>
                  <a:srgbClr val="424242"/>
                </a:solidFill>
                <a:ea typeface="+mn-lt"/>
                <a:cs typeface="+mn-lt"/>
              </a:rPr>
              <a:t> to </a:t>
            </a:r>
            <a:r>
              <a:rPr lang="en-US" b="1">
                <a:solidFill>
                  <a:srgbClr val="424242"/>
                </a:solidFill>
                <a:ea typeface="+mn-lt"/>
                <a:cs typeface="+mn-lt"/>
              </a:rPr>
              <a:t>motor vehicle accidents</a:t>
            </a:r>
            <a:endParaRPr lang="en-US"/>
          </a:p>
          <a:p>
            <a:pPr marL="1028700" lvl="1">
              <a:buFont typeface="Arial"/>
              <a:buChar char="•"/>
            </a:pPr>
            <a:r>
              <a:rPr lang="en-US">
                <a:solidFill>
                  <a:srgbClr val="424242"/>
                </a:solidFill>
                <a:ea typeface="+mn-lt"/>
                <a:cs typeface="+mn-lt"/>
              </a:rPr>
              <a:t>Includes details on </a:t>
            </a:r>
            <a:r>
              <a:rPr lang="en-US" b="1">
                <a:solidFill>
                  <a:srgbClr val="424242"/>
                </a:solidFill>
                <a:ea typeface="+mn-lt"/>
                <a:cs typeface="+mn-lt"/>
              </a:rPr>
              <a:t>surrounding area</a:t>
            </a:r>
            <a:r>
              <a:rPr lang="en-US">
                <a:solidFill>
                  <a:srgbClr val="424242"/>
                </a:solidFill>
                <a:ea typeface="+mn-lt"/>
                <a:cs typeface="+mn-lt"/>
              </a:rPr>
              <a:t> and access routes</a:t>
            </a:r>
            <a:endParaRPr lang="en-US"/>
          </a:p>
          <a:p>
            <a:pPr marL="285750" indent="-285750">
              <a:buFont typeface="Arial"/>
              <a:buChar char="•"/>
            </a:pPr>
            <a:r>
              <a:rPr lang="en-US" b="1">
                <a:solidFill>
                  <a:srgbClr val="424242"/>
                </a:solidFill>
                <a:ea typeface="+mn-lt"/>
                <a:cs typeface="+mn-lt"/>
              </a:rPr>
              <a:t>Commitment to Safety Culture</a:t>
            </a:r>
            <a:endParaRPr lang="en-US"/>
          </a:p>
          <a:p>
            <a:pPr marL="1028700" lvl="1">
              <a:buFont typeface="Arial"/>
              <a:buChar char="•"/>
            </a:pPr>
            <a:r>
              <a:rPr lang="en-US">
                <a:solidFill>
                  <a:srgbClr val="424242"/>
                </a:solidFill>
                <a:ea typeface="+mn-lt"/>
                <a:cs typeface="+mn-lt"/>
              </a:rPr>
              <a:t>Emergency drills are planned to reinforce preparedness</a:t>
            </a:r>
            <a:endParaRPr lang="en-US"/>
          </a:p>
          <a:p>
            <a:pPr marL="1028700" lvl="1">
              <a:buFont typeface="Arial"/>
              <a:buChar char="•"/>
            </a:pPr>
            <a:r>
              <a:rPr lang="en-US">
                <a:solidFill>
                  <a:srgbClr val="424242"/>
                </a:solidFill>
                <a:ea typeface="+mn-lt"/>
                <a:cs typeface="+mn-lt"/>
              </a:rPr>
              <a:t>Building a strong safety culture together every voice matters</a:t>
            </a:r>
            <a:endParaRPr lang="en-US"/>
          </a:p>
          <a:p>
            <a:endParaRPr lang="en-US"/>
          </a:p>
        </p:txBody>
      </p:sp>
      <p:sp>
        <p:nvSpPr>
          <p:cNvPr id="3" name="Text Placeholder 4">
            <a:extLst>
              <a:ext uri="{FF2B5EF4-FFF2-40B4-BE49-F238E27FC236}">
                <a16:creationId xmlns:a16="http://schemas.microsoft.com/office/drawing/2014/main" id="{204CC637-9CD7-0E3E-0CE8-E6F12F839C79}"/>
              </a:ext>
            </a:extLst>
          </p:cNvPr>
          <p:cNvSpPr>
            <a:spLocks noGrp="1"/>
          </p:cNvSpPr>
          <p:nvPr>
            <p:ph type="body" sz="quarter" idx="13"/>
          </p:nvPr>
        </p:nvSpPr>
        <p:spPr>
          <a:xfrm>
            <a:off x="584200" y="1100133"/>
            <a:ext cx="5435600" cy="511175"/>
          </a:xfrm>
        </p:spPr>
        <p:txBody>
          <a:bodyPr vert="horz" lIns="91440" tIns="45720" rIns="91440" bIns="45720" rtlCol="0" anchor="t">
            <a:normAutofit/>
          </a:bodyPr>
          <a:lstStyle/>
          <a:p>
            <a:r>
              <a:rPr lang="en-US"/>
              <a:t>Emergency Action Plan</a:t>
            </a:r>
          </a:p>
        </p:txBody>
      </p:sp>
      <p:pic>
        <p:nvPicPr>
          <p:cNvPr id="11" name="Picture Placeholder 10" descr="A map with a blue line&#10;&#10;AI-generated content may be incorrect.">
            <a:extLst>
              <a:ext uri="{FF2B5EF4-FFF2-40B4-BE49-F238E27FC236}">
                <a16:creationId xmlns:a16="http://schemas.microsoft.com/office/drawing/2014/main" id="{47E7FB1A-2CD5-069F-E003-8EEED7A35C79}"/>
              </a:ext>
            </a:extLst>
          </p:cNvPr>
          <p:cNvPicPr>
            <a:picLocks noGrp="1" noChangeAspect="1"/>
          </p:cNvPicPr>
          <p:nvPr>
            <p:ph type="pic" sz="quarter" idx="15"/>
          </p:nvPr>
        </p:nvPicPr>
        <p:blipFill>
          <a:blip r:embed="rId3"/>
          <a:srcRect l="12508" r="12508"/>
          <a:stretch/>
        </p:blipFill>
        <p:spPr>
          <a:xfrm>
            <a:off x="5832303" y="1534830"/>
            <a:ext cx="5956906" cy="3798677"/>
          </a:xfrm>
          <a:prstGeom prst="rect">
            <a:avLst/>
          </a:prstGeom>
          <a:noFill/>
        </p:spPr>
      </p:pic>
    </p:spTree>
    <p:extLst>
      <p:ext uri="{BB962C8B-B14F-4D97-AF65-F5344CB8AC3E}">
        <p14:creationId xmlns:p14="http://schemas.microsoft.com/office/powerpoint/2010/main" val="91952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8F147-7D3F-B7D5-C6A0-16F08323C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3E1F6-E813-9C89-0491-CF0A3F17663A}"/>
              </a:ext>
            </a:extLst>
          </p:cNvPr>
          <p:cNvSpPr>
            <a:spLocks noGrp="1"/>
          </p:cNvSpPr>
          <p:nvPr>
            <p:ph type="title"/>
          </p:nvPr>
        </p:nvSpPr>
        <p:spPr>
          <a:xfrm>
            <a:off x="584201" y="317500"/>
            <a:ext cx="10515600" cy="794635"/>
          </a:xfrm>
        </p:spPr>
        <p:txBody>
          <a:bodyPr/>
          <a:lstStyle/>
          <a:p>
            <a:r>
              <a:rPr lang="en-US"/>
              <a:t>Key Stakeholders - DEPCOM</a:t>
            </a:r>
          </a:p>
        </p:txBody>
      </p:sp>
      <p:graphicFrame>
        <p:nvGraphicFramePr>
          <p:cNvPr id="5" name="Table 4">
            <a:extLst>
              <a:ext uri="{FF2B5EF4-FFF2-40B4-BE49-F238E27FC236}">
                <a16:creationId xmlns:a16="http://schemas.microsoft.com/office/drawing/2014/main" id="{B8DB9582-EF2C-4E9F-8AAC-711B7CA42181}"/>
              </a:ext>
            </a:extLst>
          </p:cNvPr>
          <p:cNvGraphicFramePr>
            <a:graphicFrameLocks noGrp="1"/>
          </p:cNvGraphicFramePr>
          <p:nvPr>
            <p:extLst>
              <p:ext uri="{D42A27DB-BD31-4B8C-83A1-F6EECF244321}">
                <p14:modId xmlns:p14="http://schemas.microsoft.com/office/powerpoint/2010/main" val="185755691"/>
              </p:ext>
            </p:extLst>
          </p:nvPr>
        </p:nvGraphicFramePr>
        <p:xfrm>
          <a:off x="2247884" y="1112135"/>
          <a:ext cx="7694940" cy="4679435"/>
        </p:xfrm>
        <a:graphic>
          <a:graphicData uri="http://schemas.openxmlformats.org/drawingml/2006/table">
            <a:tbl>
              <a:tblPr firstRow="1" bandRow="1">
                <a:tableStyleId>{5C22544A-7EE6-4342-B048-85BDC9FD1C3A}</a:tableStyleId>
              </a:tblPr>
              <a:tblGrid>
                <a:gridCol w="2736658">
                  <a:extLst>
                    <a:ext uri="{9D8B030D-6E8A-4147-A177-3AD203B41FA5}">
                      <a16:colId xmlns:a16="http://schemas.microsoft.com/office/drawing/2014/main" val="673757835"/>
                    </a:ext>
                  </a:extLst>
                </a:gridCol>
                <a:gridCol w="4958282">
                  <a:extLst>
                    <a:ext uri="{9D8B030D-6E8A-4147-A177-3AD203B41FA5}">
                      <a16:colId xmlns:a16="http://schemas.microsoft.com/office/drawing/2014/main" val="1744722345"/>
                    </a:ext>
                  </a:extLst>
                </a:gridCol>
              </a:tblGrid>
              <a:tr h="477336">
                <a:tc>
                  <a:txBody>
                    <a:bodyPr/>
                    <a:lstStyle/>
                    <a:p>
                      <a:r>
                        <a:rPr lang="en-US"/>
                        <a:t>Name</a:t>
                      </a:r>
                    </a:p>
                  </a:txBody>
                  <a:tcPr/>
                </a:tc>
                <a:tc>
                  <a:txBody>
                    <a:bodyPr/>
                    <a:lstStyle/>
                    <a:p>
                      <a:r>
                        <a:rPr lang="en-US"/>
                        <a:t>Role/Title</a:t>
                      </a:r>
                    </a:p>
                  </a:txBody>
                  <a:tcPr/>
                </a:tc>
                <a:extLst>
                  <a:ext uri="{0D108BD9-81ED-4DB2-BD59-A6C34878D82A}">
                    <a16:rowId xmlns:a16="http://schemas.microsoft.com/office/drawing/2014/main" val="3185886936"/>
                  </a:ext>
                </a:extLst>
              </a:tr>
              <a:tr h="382009">
                <a:tc>
                  <a:txBody>
                    <a:bodyPr/>
                    <a:lstStyle/>
                    <a:p>
                      <a:r>
                        <a:rPr lang="en-US" sz="1600"/>
                        <a:t>Byron Lamon</a:t>
                      </a:r>
                    </a:p>
                  </a:txBody>
                  <a:tcPr/>
                </a:tc>
                <a:tc>
                  <a:txBody>
                    <a:bodyPr/>
                    <a:lstStyle/>
                    <a:p>
                      <a:pPr lvl="0">
                        <a:buNone/>
                      </a:pPr>
                      <a:r>
                        <a:rPr lang="en-US" sz="1600" b="0" i="0" kern="1200">
                          <a:solidFill>
                            <a:schemeClr val="dk1"/>
                          </a:solidFill>
                          <a:effectLst/>
                          <a:latin typeface="+mn-lt"/>
                          <a:ea typeface="+mn-ea"/>
                          <a:cs typeface="+mn-cs"/>
                        </a:rPr>
                        <a:t>Sr. Vice President, Project Delivery </a:t>
                      </a:r>
                      <a:endParaRPr lang="en-US" sz="1600" b="0" i="0" u="none" strike="noStrike" noProof="0">
                        <a:solidFill>
                          <a:srgbClr val="1C1C1C"/>
                        </a:solidFill>
                        <a:latin typeface="Arial"/>
                      </a:endParaRPr>
                    </a:p>
                  </a:txBody>
                  <a:tcPr/>
                </a:tc>
                <a:extLst>
                  <a:ext uri="{0D108BD9-81ED-4DB2-BD59-A6C34878D82A}">
                    <a16:rowId xmlns:a16="http://schemas.microsoft.com/office/drawing/2014/main" val="4020203371"/>
                  </a:ext>
                </a:extLst>
              </a:tr>
              <a:tr h="382009">
                <a:tc>
                  <a:txBody>
                    <a:bodyPr/>
                    <a:lstStyle/>
                    <a:p>
                      <a:r>
                        <a:rPr lang="en-US" sz="1600"/>
                        <a:t>Chris White</a:t>
                      </a:r>
                    </a:p>
                  </a:txBody>
                  <a:tcPr/>
                </a:tc>
                <a:tc>
                  <a:txBody>
                    <a:bodyPr/>
                    <a:lstStyle/>
                    <a:p>
                      <a:pPr lvl="0">
                        <a:buNone/>
                      </a:pPr>
                      <a:r>
                        <a:rPr lang="en-US" sz="1600" b="0" i="0" kern="1200">
                          <a:solidFill>
                            <a:schemeClr val="dk1"/>
                          </a:solidFill>
                          <a:effectLst/>
                          <a:latin typeface="+mn-lt"/>
                          <a:ea typeface="+mn-ea"/>
                          <a:cs typeface="+mn-cs"/>
                        </a:rPr>
                        <a:t>Vice President, Project Delivery</a:t>
                      </a:r>
                      <a:endParaRPr lang="en-US" sz="1600"/>
                    </a:p>
                  </a:txBody>
                  <a:tcPr/>
                </a:tc>
                <a:extLst>
                  <a:ext uri="{0D108BD9-81ED-4DB2-BD59-A6C34878D82A}">
                    <a16:rowId xmlns:a16="http://schemas.microsoft.com/office/drawing/2014/main" val="2703101729"/>
                  </a:ext>
                </a:extLst>
              </a:tr>
              <a:tr h="382009">
                <a:tc>
                  <a:txBody>
                    <a:bodyPr/>
                    <a:lstStyle/>
                    <a:p>
                      <a:r>
                        <a:rPr lang="en-US" sz="1600"/>
                        <a:t>Nathan McAdams</a:t>
                      </a:r>
                    </a:p>
                  </a:txBody>
                  <a:tcPr/>
                </a:tc>
                <a:tc>
                  <a:txBody>
                    <a:bodyPr/>
                    <a:lstStyle/>
                    <a:p>
                      <a:r>
                        <a:rPr lang="en-US" sz="1600" b="0" i="0" kern="1200">
                          <a:solidFill>
                            <a:schemeClr val="dk1"/>
                          </a:solidFill>
                          <a:effectLst/>
                          <a:latin typeface="+mn-lt"/>
                          <a:ea typeface="+mn-ea"/>
                          <a:cs typeface="+mn-cs"/>
                        </a:rPr>
                        <a:t>Business Development Director </a:t>
                      </a:r>
                    </a:p>
                  </a:txBody>
                  <a:tcPr/>
                </a:tc>
                <a:extLst>
                  <a:ext uri="{0D108BD9-81ED-4DB2-BD59-A6C34878D82A}">
                    <a16:rowId xmlns:a16="http://schemas.microsoft.com/office/drawing/2014/main" val="4025657833"/>
                  </a:ext>
                </a:extLst>
              </a:tr>
              <a:tr h="382009">
                <a:tc>
                  <a:txBody>
                    <a:bodyPr/>
                    <a:lstStyle/>
                    <a:p>
                      <a:r>
                        <a:rPr lang="en-US" sz="1600"/>
                        <a:t>Daniel Bolden</a:t>
                      </a:r>
                    </a:p>
                  </a:txBody>
                  <a:tcPr/>
                </a:tc>
                <a:tc>
                  <a:txBody>
                    <a:bodyPr/>
                    <a:lstStyle/>
                    <a:p>
                      <a:r>
                        <a:rPr lang="en-US" sz="1600"/>
                        <a:t>Director, Project Delivery</a:t>
                      </a:r>
                    </a:p>
                  </a:txBody>
                  <a:tcPr/>
                </a:tc>
                <a:extLst>
                  <a:ext uri="{0D108BD9-81ED-4DB2-BD59-A6C34878D82A}">
                    <a16:rowId xmlns:a16="http://schemas.microsoft.com/office/drawing/2014/main" val="3288669211"/>
                  </a:ext>
                </a:extLst>
              </a:tr>
              <a:tr h="382009">
                <a:tc>
                  <a:txBody>
                    <a:bodyPr/>
                    <a:lstStyle/>
                    <a:p>
                      <a:r>
                        <a:rPr lang="en-US" sz="1600"/>
                        <a:t>Andy </a:t>
                      </a:r>
                      <a:r>
                        <a:rPr lang="en-US" sz="1600" err="1"/>
                        <a:t>Keleske</a:t>
                      </a:r>
                    </a:p>
                  </a:txBody>
                  <a:tcPr/>
                </a:tc>
                <a:tc>
                  <a:txBody>
                    <a:bodyPr/>
                    <a:lstStyle/>
                    <a:p>
                      <a:pPr lvl="0">
                        <a:buNone/>
                      </a:pPr>
                      <a:r>
                        <a:rPr lang="en-US" sz="1600" b="0" i="0" u="none" strike="noStrike" noProof="0">
                          <a:solidFill>
                            <a:srgbClr val="1C1C1C"/>
                          </a:solidFill>
                          <a:latin typeface="Arial"/>
                        </a:rPr>
                        <a:t>Project Manager</a:t>
                      </a:r>
                    </a:p>
                  </a:txBody>
                  <a:tcPr/>
                </a:tc>
                <a:extLst>
                  <a:ext uri="{0D108BD9-81ED-4DB2-BD59-A6C34878D82A}">
                    <a16:rowId xmlns:a16="http://schemas.microsoft.com/office/drawing/2014/main" val="718289446"/>
                  </a:ext>
                </a:extLst>
              </a:tr>
              <a:tr h="382009">
                <a:tc>
                  <a:txBody>
                    <a:bodyPr/>
                    <a:lstStyle/>
                    <a:p>
                      <a:r>
                        <a:rPr lang="en-US" sz="1600"/>
                        <a:t>Shelton Hipsher</a:t>
                      </a:r>
                    </a:p>
                  </a:txBody>
                  <a:tcPr/>
                </a:tc>
                <a:tc>
                  <a:txBody>
                    <a:bodyPr/>
                    <a:lstStyle/>
                    <a:p>
                      <a:pPr lvl="0">
                        <a:buNone/>
                      </a:pPr>
                      <a:r>
                        <a:rPr lang="en-US" sz="1600" b="0" i="0" u="none" strike="noStrike" noProof="0">
                          <a:solidFill>
                            <a:srgbClr val="1C1C1C"/>
                          </a:solidFill>
                          <a:latin typeface="Arial"/>
                        </a:rPr>
                        <a:t>Construction Manager</a:t>
                      </a:r>
                    </a:p>
                  </a:txBody>
                  <a:tcPr/>
                </a:tc>
                <a:extLst>
                  <a:ext uri="{0D108BD9-81ED-4DB2-BD59-A6C34878D82A}">
                    <a16:rowId xmlns:a16="http://schemas.microsoft.com/office/drawing/2014/main" val="2710940837"/>
                  </a:ext>
                </a:extLst>
              </a:tr>
              <a:tr h="382009">
                <a:tc>
                  <a:txBody>
                    <a:bodyPr/>
                    <a:lstStyle/>
                    <a:p>
                      <a:pPr lvl="0">
                        <a:buNone/>
                      </a:pPr>
                      <a:r>
                        <a:rPr lang="en-US" sz="1600"/>
                        <a:t>Joshua Wood</a:t>
                      </a:r>
                    </a:p>
                  </a:txBody>
                  <a:tcPr/>
                </a:tc>
                <a:tc>
                  <a:txBody>
                    <a:bodyPr/>
                    <a:lstStyle/>
                    <a:p>
                      <a:pPr lvl="0">
                        <a:buNone/>
                      </a:pPr>
                      <a:r>
                        <a:rPr lang="en-US" sz="1600" b="0" i="0" u="none" strike="noStrike" noProof="0">
                          <a:solidFill>
                            <a:srgbClr val="1C1C1C"/>
                          </a:solidFill>
                          <a:latin typeface="Arial"/>
                        </a:rPr>
                        <a:t>Assistant Construction Manager</a:t>
                      </a:r>
                    </a:p>
                  </a:txBody>
                  <a:tcPr/>
                </a:tc>
                <a:extLst>
                  <a:ext uri="{0D108BD9-81ED-4DB2-BD59-A6C34878D82A}">
                    <a16:rowId xmlns:a16="http://schemas.microsoft.com/office/drawing/2014/main" val="827413387"/>
                  </a:ext>
                </a:extLst>
              </a:tr>
              <a:tr h="382009">
                <a:tc>
                  <a:txBody>
                    <a:bodyPr/>
                    <a:lstStyle/>
                    <a:p>
                      <a:r>
                        <a:rPr lang="en-US" sz="1600"/>
                        <a:t>Mason Miller</a:t>
                      </a:r>
                    </a:p>
                  </a:txBody>
                  <a:tcPr/>
                </a:tc>
                <a:tc>
                  <a:txBody>
                    <a:bodyPr/>
                    <a:lstStyle/>
                    <a:p>
                      <a:pPr lvl="0">
                        <a:buNone/>
                      </a:pPr>
                      <a:r>
                        <a:rPr lang="en-US" sz="1600" b="0" i="0" u="none" strike="noStrike" noProof="0">
                          <a:solidFill>
                            <a:srgbClr val="1C1C1C"/>
                          </a:solidFill>
                          <a:latin typeface="Arial"/>
                        </a:rPr>
                        <a:t>Project Engineer</a:t>
                      </a:r>
                    </a:p>
                  </a:txBody>
                  <a:tcPr/>
                </a:tc>
                <a:extLst>
                  <a:ext uri="{0D108BD9-81ED-4DB2-BD59-A6C34878D82A}">
                    <a16:rowId xmlns:a16="http://schemas.microsoft.com/office/drawing/2014/main" val="1250603141"/>
                  </a:ext>
                </a:extLst>
              </a:tr>
              <a:tr h="382009">
                <a:tc>
                  <a:txBody>
                    <a:bodyPr/>
                    <a:lstStyle/>
                    <a:p>
                      <a:pPr lvl="0">
                        <a:buNone/>
                      </a:pPr>
                      <a:r>
                        <a:rPr lang="en-US" sz="1600"/>
                        <a:t>Joe Siwa</a:t>
                      </a:r>
                    </a:p>
                  </a:txBody>
                  <a:tcPr/>
                </a:tc>
                <a:tc>
                  <a:txBody>
                    <a:bodyPr/>
                    <a:lstStyle/>
                    <a:p>
                      <a:pPr lvl="0">
                        <a:buNone/>
                      </a:pPr>
                      <a:r>
                        <a:rPr lang="en-US" sz="1600" b="0" i="0" u="none" strike="noStrike" noProof="0">
                          <a:solidFill>
                            <a:srgbClr val="1C1C1C"/>
                          </a:solidFill>
                          <a:latin typeface="Arial"/>
                        </a:rPr>
                        <a:t>Field Engineer </a:t>
                      </a:r>
                    </a:p>
                  </a:txBody>
                  <a:tcPr/>
                </a:tc>
                <a:extLst>
                  <a:ext uri="{0D108BD9-81ED-4DB2-BD59-A6C34878D82A}">
                    <a16:rowId xmlns:a16="http://schemas.microsoft.com/office/drawing/2014/main" val="2125631844"/>
                  </a:ext>
                </a:extLst>
              </a:tr>
              <a:tr h="382009">
                <a:tc>
                  <a:txBody>
                    <a:bodyPr/>
                    <a:lstStyle/>
                    <a:p>
                      <a:pPr lvl="0">
                        <a:buNone/>
                      </a:pPr>
                      <a:r>
                        <a:rPr lang="en-US" sz="1600"/>
                        <a:t>Will Lewis </a:t>
                      </a:r>
                      <a:endParaRPr lang="en-US"/>
                    </a:p>
                  </a:txBody>
                  <a:tcPr/>
                </a:tc>
                <a:tc>
                  <a:txBody>
                    <a:bodyPr/>
                    <a:lstStyle/>
                    <a:p>
                      <a:pPr lvl="0">
                        <a:buNone/>
                      </a:pPr>
                      <a:r>
                        <a:rPr lang="en-US" sz="1600" b="0" i="0" u="none" strike="noStrike" noProof="0">
                          <a:solidFill>
                            <a:srgbClr val="1C1C1C"/>
                          </a:solidFill>
                          <a:latin typeface="+mn-lt"/>
                        </a:rPr>
                        <a:t>Substation Project Manager</a:t>
                      </a:r>
                      <a:endParaRPr lang="en-US"/>
                    </a:p>
                  </a:txBody>
                  <a:tcPr/>
                </a:tc>
                <a:extLst>
                  <a:ext uri="{0D108BD9-81ED-4DB2-BD59-A6C34878D82A}">
                    <a16:rowId xmlns:a16="http://schemas.microsoft.com/office/drawing/2014/main" val="2717720567"/>
                  </a:ext>
                </a:extLst>
              </a:tr>
              <a:tr h="382009">
                <a:tc>
                  <a:txBody>
                    <a:bodyPr/>
                    <a:lstStyle/>
                    <a:p>
                      <a:r>
                        <a:rPr lang="en-US" sz="1600"/>
                        <a:t>Chris Frye</a:t>
                      </a:r>
                    </a:p>
                  </a:txBody>
                  <a:tcPr/>
                </a:tc>
                <a:tc>
                  <a:txBody>
                    <a:bodyPr/>
                    <a:lstStyle/>
                    <a:p>
                      <a:pPr lvl="0">
                        <a:buNone/>
                      </a:pPr>
                      <a:r>
                        <a:rPr lang="en-US" sz="1600" b="0" i="0" u="none" strike="noStrike" noProof="0">
                          <a:solidFill>
                            <a:srgbClr val="1C1C1C"/>
                          </a:solidFill>
                          <a:latin typeface="Arial"/>
                        </a:rPr>
                        <a:t>Quality Manager</a:t>
                      </a:r>
                    </a:p>
                  </a:txBody>
                  <a:tcPr/>
                </a:tc>
                <a:extLst>
                  <a:ext uri="{0D108BD9-81ED-4DB2-BD59-A6C34878D82A}">
                    <a16:rowId xmlns:a16="http://schemas.microsoft.com/office/drawing/2014/main" val="4219955687"/>
                  </a:ext>
                </a:extLst>
              </a:tr>
            </a:tbl>
          </a:graphicData>
        </a:graphic>
      </p:graphicFrame>
    </p:spTree>
    <p:extLst>
      <p:ext uri="{BB962C8B-B14F-4D97-AF65-F5344CB8AC3E}">
        <p14:creationId xmlns:p14="http://schemas.microsoft.com/office/powerpoint/2010/main" val="1941355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8635-C7FC-6303-1258-D6C7506927C0}"/>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74895DC-03B7-EDE9-227F-6D0BC74FD52E}"/>
              </a:ext>
            </a:extLst>
          </p:cNvPr>
          <p:cNvGraphicFramePr>
            <a:graphicFrameLocks noGrp="1"/>
          </p:cNvGraphicFramePr>
          <p:nvPr>
            <p:extLst>
              <p:ext uri="{D42A27DB-BD31-4B8C-83A1-F6EECF244321}">
                <p14:modId xmlns:p14="http://schemas.microsoft.com/office/powerpoint/2010/main" val="3144159868"/>
              </p:ext>
            </p:extLst>
          </p:nvPr>
        </p:nvGraphicFramePr>
        <p:xfrm>
          <a:off x="2170545" y="1108363"/>
          <a:ext cx="7848985" cy="5000652"/>
        </p:xfrm>
        <a:graphic>
          <a:graphicData uri="http://schemas.openxmlformats.org/drawingml/2006/table">
            <a:tbl>
              <a:tblPr firstRow="1" bandRow="1">
                <a:tableStyleId>{5C22544A-7EE6-4342-B048-85BDC9FD1C3A}</a:tableStyleId>
              </a:tblPr>
              <a:tblGrid>
                <a:gridCol w="2659270">
                  <a:extLst>
                    <a:ext uri="{9D8B030D-6E8A-4147-A177-3AD203B41FA5}">
                      <a16:colId xmlns:a16="http://schemas.microsoft.com/office/drawing/2014/main" val="673757835"/>
                    </a:ext>
                  </a:extLst>
                </a:gridCol>
                <a:gridCol w="5189715">
                  <a:extLst>
                    <a:ext uri="{9D8B030D-6E8A-4147-A177-3AD203B41FA5}">
                      <a16:colId xmlns:a16="http://schemas.microsoft.com/office/drawing/2014/main" val="1744722345"/>
                    </a:ext>
                  </a:extLst>
                </a:gridCol>
              </a:tblGrid>
              <a:tr h="466056">
                <a:tc>
                  <a:txBody>
                    <a:bodyPr/>
                    <a:lstStyle/>
                    <a:p>
                      <a:r>
                        <a:rPr lang="en-US"/>
                        <a:t>Name</a:t>
                      </a:r>
                    </a:p>
                  </a:txBody>
                  <a:tcPr/>
                </a:tc>
                <a:tc>
                  <a:txBody>
                    <a:bodyPr/>
                    <a:lstStyle/>
                    <a:p>
                      <a:r>
                        <a:rPr lang="en-US"/>
                        <a:t>Role/Title</a:t>
                      </a:r>
                    </a:p>
                  </a:txBody>
                  <a:tcPr/>
                </a:tc>
                <a:extLst>
                  <a:ext uri="{0D108BD9-81ED-4DB2-BD59-A6C34878D82A}">
                    <a16:rowId xmlns:a16="http://schemas.microsoft.com/office/drawing/2014/main" val="3185886936"/>
                  </a:ext>
                </a:extLst>
              </a:tr>
              <a:tr h="503844">
                <a:tc>
                  <a:txBody>
                    <a:bodyPr/>
                    <a:lstStyle/>
                    <a:p>
                      <a:r>
                        <a:rPr lang="en-US" sz="1600"/>
                        <a:t>Julian Stubblefield-Banks</a:t>
                      </a:r>
                    </a:p>
                  </a:txBody>
                  <a:tcPr/>
                </a:tc>
                <a:tc>
                  <a:txBody>
                    <a:bodyPr/>
                    <a:lstStyle/>
                    <a:p>
                      <a:pPr lvl="0">
                        <a:buNone/>
                      </a:pPr>
                      <a:r>
                        <a:rPr lang="en-US" sz="1600" u="none" strike="noStrike" noProof="0">
                          <a:solidFill>
                            <a:srgbClr val="1C1C1C"/>
                          </a:solidFill>
                        </a:rPr>
                        <a:t>Regional Safety Manager</a:t>
                      </a:r>
                    </a:p>
                  </a:txBody>
                  <a:tcPr/>
                </a:tc>
                <a:extLst>
                  <a:ext uri="{0D108BD9-81ED-4DB2-BD59-A6C34878D82A}">
                    <a16:rowId xmlns:a16="http://schemas.microsoft.com/office/drawing/2014/main" val="4020203371"/>
                  </a:ext>
                </a:extLst>
              </a:tr>
              <a:tr h="503844">
                <a:tc>
                  <a:txBody>
                    <a:bodyPr/>
                    <a:lstStyle/>
                    <a:p>
                      <a:r>
                        <a:rPr lang="en-US" sz="1600"/>
                        <a:t>TBD</a:t>
                      </a:r>
                    </a:p>
                  </a:txBody>
                  <a:tcPr/>
                </a:tc>
                <a:tc>
                  <a:txBody>
                    <a:bodyPr/>
                    <a:lstStyle/>
                    <a:p>
                      <a:pPr lvl="0">
                        <a:buNone/>
                      </a:pPr>
                      <a:r>
                        <a:rPr lang="en-US" sz="1600"/>
                        <a:t>Project Safety Manager</a:t>
                      </a:r>
                    </a:p>
                  </a:txBody>
                  <a:tcPr/>
                </a:tc>
                <a:extLst>
                  <a:ext uri="{0D108BD9-81ED-4DB2-BD59-A6C34878D82A}">
                    <a16:rowId xmlns:a16="http://schemas.microsoft.com/office/drawing/2014/main" val="2703101729"/>
                  </a:ext>
                </a:extLst>
              </a:tr>
              <a:tr h="503844">
                <a:tc>
                  <a:txBody>
                    <a:bodyPr/>
                    <a:lstStyle/>
                    <a:p>
                      <a:r>
                        <a:rPr lang="en-US" sz="1600"/>
                        <a:t>Tanner Snowden</a:t>
                      </a:r>
                    </a:p>
                  </a:txBody>
                  <a:tcPr/>
                </a:tc>
                <a:tc>
                  <a:txBody>
                    <a:bodyPr/>
                    <a:lstStyle/>
                    <a:p>
                      <a:r>
                        <a:rPr lang="en-US" sz="1600"/>
                        <a:t>Civil Superintendent </a:t>
                      </a:r>
                    </a:p>
                  </a:txBody>
                  <a:tcPr/>
                </a:tc>
                <a:extLst>
                  <a:ext uri="{0D108BD9-81ED-4DB2-BD59-A6C34878D82A}">
                    <a16:rowId xmlns:a16="http://schemas.microsoft.com/office/drawing/2014/main" val="4025657833"/>
                  </a:ext>
                </a:extLst>
              </a:tr>
              <a:tr h="503844">
                <a:tc>
                  <a:txBody>
                    <a:bodyPr/>
                    <a:lstStyle/>
                    <a:p>
                      <a:r>
                        <a:rPr lang="en-US" sz="1600"/>
                        <a:t>TBD</a:t>
                      </a:r>
                    </a:p>
                  </a:txBody>
                  <a:tcPr/>
                </a:tc>
                <a:tc>
                  <a:txBody>
                    <a:bodyPr/>
                    <a:lstStyle/>
                    <a:p>
                      <a:r>
                        <a:rPr lang="en-US" sz="1600"/>
                        <a:t>Mechanical Superintendent</a:t>
                      </a:r>
                    </a:p>
                  </a:txBody>
                  <a:tcPr/>
                </a:tc>
                <a:extLst>
                  <a:ext uri="{0D108BD9-81ED-4DB2-BD59-A6C34878D82A}">
                    <a16:rowId xmlns:a16="http://schemas.microsoft.com/office/drawing/2014/main" val="3288669211"/>
                  </a:ext>
                </a:extLst>
              </a:tr>
              <a:tr h="503844">
                <a:tc>
                  <a:txBody>
                    <a:bodyPr/>
                    <a:lstStyle/>
                    <a:p>
                      <a:r>
                        <a:rPr lang="en-US" sz="1600"/>
                        <a:t>Jackson Samples</a:t>
                      </a:r>
                    </a:p>
                  </a:txBody>
                  <a:tcPr/>
                </a:tc>
                <a:tc>
                  <a:txBody>
                    <a:bodyPr/>
                    <a:lstStyle/>
                    <a:p>
                      <a:pPr lvl="0">
                        <a:buNone/>
                      </a:pPr>
                      <a:r>
                        <a:rPr lang="en-US" sz="1600" u="none" strike="noStrike" noProof="0">
                          <a:solidFill>
                            <a:srgbClr val="1C1C1C"/>
                          </a:solidFill>
                        </a:rPr>
                        <a:t>Electrical Superintendent</a:t>
                      </a:r>
                    </a:p>
                  </a:txBody>
                  <a:tcPr/>
                </a:tc>
                <a:extLst>
                  <a:ext uri="{0D108BD9-81ED-4DB2-BD59-A6C34878D82A}">
                    <a16:rowId xmlns:a16="http://schemas.microsoft.com/office/drawing/2014/main" val="718289446"/>
                  </a:ext>
                </a:extLst>
              </a:tr>
              <a:tr h="503844">
                <a:tc>
                  <a:txBody>
                    <a:bodyPr/>
                    <a:lstStyle/>
                    <a:p>
                      <a:r>
                        <a:rPr lang="en-US" sz="1600" kern="1200">
                          <a:solidFill>
                            <a:srgbClr val="1C1C1C"/>
                          </a:solidFill>
                        </a:rPr>
                        <a:t>Gary Butzlaff III</a:t>
                      </a:r>
                    </a:p>
                  </a:txBody>
                  <a:tcPr/>
                </a:tc>
                <a:tc>
                  <a:txBody>
                    <a:bodyPr/>
                    <a:lstStyle/>
                    <a:p>
                      <a:pPr lvl="0">
                        <a:buNone/>
                      </a:pPr>
                      <a:r>
                        <a:rPr lang="en-US" sz="1600" kern="1200" noProof="0">
                          <a:solidFill>
                            <a:srgbClr val="1C1C1C"/>
                          </a:solidFill>
                        </a:rPr>
                        <a:t>Regional Quality Manager</a:t>
                      </a:r>
                    </a:p>
                  </a:txBody>
                  <a:tcPr/>
                </a:tc>
                <a:extLst>
                  <a:ext uri="{0D108BD9-81ED-4DB2-BD59-A6C34878D82A}">
                    <a16:rowId xmlns:a16="http://schemas.microsoft.com/office/drawing/2014/main" val="2363813152"/>
                  </a:ext>
                </a:extLst>
              </a:tr>
              <a:tr h="503844">
                <a:tc>
                  <a:txBody>
                    <a:bodyPr/>
                    <a:lstStyle/>
                    <a:p>
                      <a:pPr marL="0" lvl="0" algn="l" defTabSz="914400" rtl="0" eaLnBrk="1" latinLnBrk="0" hangingPunct="1">
                        <a:lnSpc>
                          <a:spcPts val="1950"/>
                        </a:lnSpc>
                        <a:buNone/>
                      </a:pPr>
                      <a:r>
                        <a:rPr lang="en-US" sz="1600" kern="1200">
                          <a:solidFill>
                            <a:srgbClr val="1C1C1C"/>
                          </a:solidFill>
                        </a:rPr>
                        <a:t>Bryant Bowyer​</a:t>
                      </a:r>
                    </a:p>
                  </a:txBody>
                  <a:tcPr marL="73786" marR="73786" marT="36893" marB="36893" anchor="ctr"/>
                </a:tc>
                <a:tc>
                  <a:txBody>
                    <a:bodyPr/>
                    <a:lstStyle/>
                    <a:p>
                      <a:pPr marL="0" lvl="0" algn="l" defTabSz="914400" rtl="0" eaLnBrk="1" latinLnBrk="0" hangingPunct="1">
                        <a:lnSpc>
                          <a:spcPts val="1950"/>
                        </a:lnSpc>
                        <a:buNone/>
                      </a:pPr>
                      <a:r>
                        <a:rPr lang="en-US" sz="1600" kern="1200">
                          <a:solidFill>
                            <a:srgbClr val="1C1C1C"/>
                          </a:solidFill>
                        </a:rPr>
                        <a:t>Director, Field Logistics​</a:t>
                      </a:r>
                    </a:p>
                  </a:txBody>
                  <a:tcPr marL="73786" marR="73786" marT="36893" marB="36893" anchor="ctr"/>
                </a:tc>
                <a:extLst>
                  <a:ext uri="{0D108BD9-81ED-4DB2-BD59-A6C34878D82A}">
                    <a16:rowId xmlns:a16="http://schemas.microsoft.com/office/drawing/2014/main" val="1250603141"/>
                  </a:ext>
                </a:extLst>
              </a:tr>
              <a:tr h="503844">
                <a:tc>
                  <a:txBody>
                    <a:bodyPr/>
                    <a:lstStyle/>
                    <a:p>
                      <a:pPr marL="0" lvl="0" algn="l" defTabSz="914400" rtl="0" eaLnBrk="1" latinLnBrk="0" hangingPunct="1">
                        <a:lnSpc>
                          <a:spcPts val="1950"/>
                        </a:lnSpc>
                        <a:buNone/>
                      </a:pPr>
                      <a:r>
                        <a:rPr lang="en-US" sz="1600" kern="1200">
                          <a:solidFill>
                            <a:srgbClr val="1C1C1C"/>
                          </a:solidFill>
                        </a:rPr>
                        <a:t>Julio Avina</a:t>
                      </a:r>
                    </a:p>
                  </a:txBody>
                  <a:tcPr anchor="ctr"/>
                </a:tc>
                <a:tc>
                  <a:txBody>
                    <a:bodyPr/>
                    <a:lstStyle/>
                    <a:p>
                      <a:pPr marL="0" lvl="0" algn="l" defTabSz="914400" rtl="0" eaLnBrk="1" latinLnBrk="0" hangingPunct="1">
                        <a:lnSpc>
                          <a:spcPts val="1950"/>
                        </a:lnSpc>
                        <a:buNone/>
                      </a:pPr>
                      <a:r>
                        <a:rPr lang="en-US" sz="1600" kern="1200">
                          <a:solidFill>
                            <a:srgbClr val="1C1C1C"/>
                          </a:solidFill>
                        </a:rPr>
                        <a:t>Site Logistics Manager​</a:t>
                      </a:r>
                    </a:p>
                  </a:txBody>
                  <a:tcPr anchor="ctr"/>
                </a:tc>
                <a:extLst>
                  <a:ext uri="{0D108BD9-81ED-4DB2-BD59-A6C34878D82A}">
                    <a16:rowId xmlns:a16="http://schemas.microsoft.com/office/drawing/2014/main" val="1636311168"/>
                  </a:ext>
                </a:extLst>
              </a:tr>
              <a:tr h="503844">
                <a:tc>
                  <a:txBody>
                    <a:bodyPr/>
                    <a:lstStyle/>
                    <a:p>
                      <a:pPr marL="0" lvl="0" algn="l" defTabSz="914400" rtl="0" eaLnBrk="1" latinLnBrk="0" hangingPunct="1">
                        <a:lnSpc>
                          <a:spcPts val="1950"/>
                        </a:lnSpc>
                        <a:buNone/>
                      </a:pPr>
                      <a:r>
                        <a:rPr lang="en-US" sz="1600" kern="1200">
                          <a:solidFill>
                            <a:srgbClr val="1C1C1C"/>
                          </a:solidFill>
                          <a:latin typeface="+mn-lt"/>
                          <a:ea typeface="+mn-ea"/>
                          <a:cs typeface="+mn-cs"/>
                        </a:rPr>
                        <a:t>Breanna Jager</a:t>
                      </a:r>
                    </a:p>
                  </a:txBody>
                  <a:tcPr anchor="ctr"/>
                </a:tc>
                <a:tc>
                  <a:txBody>
                    <a:bodyPr/>
                    <a:lstStyle/>
                    <a:p>
                      <a:pPr marL="0" lvl="0" algn="l" defTabSz="914400" rtl="0" eaLnBrk="1" latinLnBrk="0" hangingPunct="1">
                        <a:lnSpc>
                          <a:spcPts val="1950"/>
                        </a:lnSpc>
                        <a:buNone/>
                      </a:pPr>
                      <a:r>
                        <a:rPr lang="en-US" sz="1600" kern="1200" noProof="0">
                          <a:solidFill>
                            <a:srgbClr val="1C1C1C"/>
                          </a:solidFill>
                          <a:latin typeface="+mn-lt"/>
                          <a:ea typeface="+mn-ea"/>
                          <a:cs typeface="+mn-cs"/>
                        </a:rPr>
                        <a:t>Project Coordinator</a:t>
                      </a:r>
                      <a:endParaRPr lang="en-US" sz="1600" kern="1200">
                        <a:solidFill>
                          <a:srgbClr val="1C1C1C"/>
                        </a:solidFill>
                        <a:latin typeface="+mn-lt"/>
                        <a:ea typeface="+mn-ea"/>
                        <a:cs typeface="+mn-cs"/>
                      </a:endParaRPr>
                    </a:p>
                  </a:txBody>
                  <a:tcPr anchor="ctr"/>
                </a:tc>
                <a:extLst>
                  <a:ext uri="{0D108BD9-81ED-4DB2-BD59-A6C34878D82A}">
                    <a16:rowId xmlns:a16="http://schemas.microsoft.com/office/drawing/2014/main" val="2914613434"/>
                  </a:ext>
                </a:extLst>
              </a:tr>
            </a:tbl>
          </a:graphicData>
        </a:graphic>
      </p:graphicFrame>
      <p:sp>
        <p:nvSpPr>
          <p:cNvPr id="7" name="Title 1">
            <a:extLst>
              <a:ext uri="{FF2B5EF4-FFF2-40B4-BE49-F238E27FC236}">
                <a16:creationId xmlns:a16="http://schemas.microsoft.com/office/drawing/2014/main" id="{C007C6CC-3D52-A8BF-1303-5774DB965C54}"/>
              </a:ext>
            </a:extLst>
          </p:cNvPr>
          <p:cNvSpPr>
            <a:spLocks noGrp="1"/>
          </p:cNvSpPr>
          <p:nvPr>
            <p:ph type="title"/>
          </p:nvPr>
        </p:nvSpPr>
        <p:spPr>
          <a:xfrm>
            <a:off x="584201" y="317500"/>
            <a:ext cx="10515600" cy="794635"/>
          </a:xfrm>
        </p:spPr>
        <p:txBody>
          <a:bodyPr/>
          <a:lstStyle/>
          <a:p>
            <a:r>
              <a:rPr lang="en-US"/>
              <a:t>Key Stakeholders - DEPCOM</a:t>
            </a:r>
          </a:p>
        </p:txBody>
      </p:sp>
    </p:spTree>
    <p:extLst>
      <p:ext uri="{BB962C8B-B14F-4D97-AF65-F5344CB8AC3E}">
        <p14:creationId xmlns:p14="http://schemas.microsoft.com/office/powerpoint/2010/main" val="3032088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91BC6-F7FE-B65F-3778-429F57E81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C6B51-E4F0-CB05-2687-A2207ABD0BD8}"/>
              </a:ext>
            </a:extLst>
          </p:cNvPr>
          <p:cNvSpPr>
            <a:spLocks noGrp="1"/>
          </p:cNvSpPr>
          <p:nvPr>
            <p:ph type="title"/>
          </p:nvPr>
        </p:nvSpPr>
        <p:spPr>
          <a:xfrm>
            <a:off x="584201" y="647527"/>
            <a:ext cx="10515600" cy="464608"/>
          </a:xfrm>
        </p:spPr>
        <p:txBody>
          <a:bodyPr anchor="ctr">
            <a:normAutofit fontScale="90000"/>
          </a:bodyPr>
          <a:lstStyle/>
          <a:p>
            <a:r>
              <a:rPr lang="en-US" b="1"/>
              <a:t>Principle Based Management (PBM)</a:t>
            </a:r>
            <a:br>
              <a:rPr lang="en-US" b="1"/>
            </a:br>
            <a:r>
              <a:rPr lang="en-US" b="1"/>
              <a:t>Empowering Long-Term Success</a:t>
            </a:r>
            <a:endParaRPr lang="en-US"/>
          </a:p>
        </p:txBody>
      </p:sp>
      <p:pic>
        <p:nvPicPr>
          <p:cNvPr id="1026" name="Picture 2" descr="Generated image">
            <a:extLst>
              <a:ext uri="{FF2B5EF4-FFF2-40B4-BE49-F238E27FC236}">
                <a16:creationId xmlns:a16="http://schemas.microsoft.com/office/drawing/2014/main" id="{E87FD0E9-1DD3-A8AA-4287-74CE8E983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5793" y="1603731"/>
            <a:ext cx="4078376" cy="40783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FA98286-D245-4595-DACB-D13E1F2F38A7}"/>
              </a:ext>
            </a:extLst>
          </p:cNvPr>
          <p:cNvSpPr txBox="1"/>
          <p:nvPr/>
        </p:nvSpPr>
        <p:spPr>
          <a:xfrm>
            <a:off x="584201" y="1346781"/>
            <a:ext cx="7417438" cy="48013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Arial" panose="020B0604020202020204"/>
                <a:ea typeface="+mn-ea"/>
                <a:cs typeface="+mn-cs"/>
              </a:rPr>
              <a:t>What is PBM? </a:t>
            </a:r>
          </a:p>
          <a:p>
            <a:pPr>
              <a:defRPr/>
            </a:pPr>
            <a:r>
              <a:rPr lang="en-US"/>
              <a:t>Principle Based Management is a proven framework that helps organizations achieve long-term success by empowering individuals and focusing on value creation.</a:t>
            </a:r>
          </a:p>
          <a:p>
            <a:pPr>
              <a:defRPr/>
            </a:pPr>
            <a:endParaRPr kumimoji="0" lang="en-US" sz="1800" b="0" i="0" u="none" strike="noStrike" kern="1200" cap="none" spc="0" normalizeH="0" baseline="0" noProof="0">
              <a:ln>
                <a:noFill/>
              </a:ln>
              <a:effectLst/>
              <a:uLnTx/>
              <a:uFillTx/>
              <a:latin typeface="Arial" panose="020B0604020202020204"/>
              <a:ea typeface="+mn-ea"/>
              <a:cs typeface="+mn-cs"/>
            </a:endParaRPr>
          </a:p>
          <a:p>
            <a:pPr lvl="0">
              <a:defRPr/>
            </a:pPr>
            <a:r>
              <a:rPr lang="en-US" b="1"/>
              <a:t>The Five Dimensions</a:t>
            </a:r>
          </a:p>
          <a:p>
            <a:pPr lvl="0">
              <a:defRPr/>
            </a:pPr>
            <a:r>
              <a:rPr lang="en-US"/>
              <a:t>Vision</a:t>
            </a:r>
          </a:p>
          <a:p>
            <a:pPr lvl="0">
              <a:defRPr/>
            </a:pPr>
            <a:r>
              <a:rPr lang="en-US"/>
              <a:t>Virtue &amp; Talents</a:t>
            </a:r>
          </a:p>
          <a:p>
            <a:pPr lvl="0">
              <a:defRPr/>
            </a:pPr>
            <a:r>
              <a:rPr lang="en-US"/>
              <a:t>Knowledge</a:t>
            </a:r>
          </a:p>
          <a:p>
            <a:pPr lvl="0">
              <a:defRPr/>
            </a:pPr>
            <a:r>
              <a:rPr lang="en-US"/>
              <a:t>Comparative Advantage</a:t>
            </a:r>
          </a:p>
          <a:p>
            <a:pPr lvl="0">
              <a:defRPr/>
            </a:pPr>
            <a:r>
              <a:rPr lang="en-US"/>
              <a:t>Motivation</a:t>
            </a:r>
          </a:p>
          <a:p>
            <a:pPr lvl="0">
              <a:defRPr/>
            </a:pPr>
            <a:endParaRPr lang="en-US" b="1"/>
          </a:p>
          <a:p>
            <a:pPr lvl="0">
              <a:defRPr/>
            </a:pPr>
            <a:r>
              <a:rPr lang="en-US" b="1"/>
              <a:t>Benefits to the Business</a:t>
            </a:r>
          </a:p>
          <a:p>
            <a:pPr lvl="0">
              <a:defRPr/>
            </a:pPr>
            <a:r>
              <a:rPr lang="en-US"/>
              <a:t>Greater innovation, higher employee engagement, superior results through mutual benefit, and adaptability.</a:t>
            </a:r>
            <a:endParaRPr lang="en-US" b="1"/>
          </a:p>
          <a:p>
            <a:pPr lvl="0">
              <a:defRPr/>
            </a:pPr>
            <a:endParaRPr lang="en-US"/>
          </a:p>
          <a:p>
            <a:pPr lvl="0">
              <a:defRPr/>
            </a:pPr>
            <a:endParaRPr kumimoji="0" lang="en-US" sz="1800" i="0" u="none" strike="noStrike" kern="1200" cap="none" spc="0" normalizeH="0" baseline="0" noProof="0">
              <a:ln>
                <a:noFill/>
              </a:ln>
              <a:effectLst/>
              <a:uLnTx/>
              <a:uFillTx/>
              <a:latin typeface="Arial" panose="020B0604020202020204"/>
              <a:ea typeface="+mn-ea"/>
              <a:cs typeface="+mn-cs"/>
            </a:endParaRPr>
          </a:p>
        </p:txBody>
      </p:sp>
    </p:spTree>
    <p:extLst>
      <p:ext uri="{BB962C8B-B14F-4D97-AF65-F5344CB8AC3E}">
        <p14:creationId xmlns:p14="http://schemas.microsoft.com/office/powerpoint/2010/main" val="3090982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93BFB6D-D324-8978-74EE-29BAB1F1C77C}"/>
              </a:ext>
            </a:extLst>
          </p:cNvPr>
          <p:cNvSpPr>
            <a:spLocks noGrp="1"/>
          </p:cNvSpPr>
          <p:nvPr>
            <p:ph type="title"/>
          </p:nvPr>
        </p:nvSpPr>
        <p:spPr>
          <a:xfrm>
            <a:off x="584201" y="647527"/>
            <a:ext cx="10183116" cy="464608"/>
          </a:xfrm>
        </p:spPr>
        <p:txBody>
          <a:bodyPr/>
          <a:lstStyle/>
          <a:p>
            <a:r>
              <a:rPr lang="en-US"/>
              <a:t>Economic/Stewardship Development Management Plan</a:t>
            </a:r>
          </a:p>
        </p:txBody>
      </p:sp>
      <p:sp>
        <p:nvSpPr>
          <p:cNvPr id="14" name="Content Placeholder 3">
            <a:extLst>
              <a:ext uri="{FF2B5EF4-FFF2-40B4-BE49-F238E27FC236}">
                <a16:creationId xmlns:a16="http://schemas.microsoft.com/office/drawing/2014/main" id="{14798DF9-D74E-7743-FA53-764BFA6827BB}"/>
              </a:ext>
            </a:extLst>
          </p:cNvPr>
          <p:cNvSpPr>
            <a:spLocks noGrp="1"/>
          </p:cNvSpPr>
          <p:nvPr>
            <p:ph sz="half" idx="1"/>
          </p:nvPr>
        </p:nvSpPr>
        <p:spPr>
          <a:xfrm>
            <a:off x="479851" y="1590657"/>
            <a:ext cx="5195908" cy="3676685"/>
          </a:xfrm>
        </p:spPr>
        <p:txBody>
          <a:bodyPr vert="horz" lIns="91440" tIns="45720" rIns="91440" bIns="45720" rtlCol="0" anchor="t">
            <a:noAutofit/>
          </a:bodyPr>
          <a:lstStyle/>
          <a:p>
            <a:pPr>
              <a:buClr>
                <a:schemeClr val="tx2"/>
              </a:buClr>
            </a:pPr>
            <a:r>
              <a:rPr lang="en-US">
                <a:solidFill>
                  <a:schemeClr val="tx1"/>
                </a:solidFill>
                <a:cs typeface="Arial"/>
              </a:rPr>
              <a:t>Engaging with the local community examples: </a:t>
            </a:r>
          </a:p>
          <a:p>
            <a:pPr lvl="1">
              <a:buClr>
                <a:schemeClr val="tx2"/>
              </a:buClr>
            </a:pPr>
            <a:r>
              <a:rPr lang="en-US">
                <a:solidFill>
                  <a:schemeClr val="tx1"/>
                </a:solidFill>
                <a:cs typeface="Arial"/>
              </a:rPr>
              <a:t>Schools</a:t>
            </a:r>
          </a:p>
          <a:p>
            <a:pPr lvl="1">
              <a:buClr>
                <a:schemeClr val="tx2"/>
              </a:buClr>
            </a:pPr>
            <a:r>
              <a:rPr lang="en-US">
                <a:solidFill>
                  <a:schemeClr val="tx1"/>
                </a:solidFill>
                <a:cs typeface="Arial"/>
              </a:rPr>
              <a:t>Community events</a:t>
            </a:r>
          </a:p>
          <a:p>
            <a:pPr lvl="1">
              <a:buClr>
                <a:schemeClr val="tx2"/>
              </a:buClr>
            </a:pPr>
            <a:r>
              <a:rPr lang="en-US">
                <a:solidFill>
                  <a:schemeClr val="tx1"/>
                </a:solidFill>
                <a:cs typeface="Arial"/>
              </a:rPr>
              <a:t>Shelters</a:t>
            </a:r>
          </a:p>
          <a:p>
            <a:pPr lvl="1">
              <a:buClr>
                <a:schemeClr val="tx2"/>
              </a:buClr>
            </a:pPr>
            <a:r>
              <a:rPr lang="en-US">
                <a:solidFill>
                  <a:schemeClr val="tx1"/>
                </a:solidFill>
                <a:cs typeface="Arial"/>
              </a:rPr>
              <a:t>Parks</a:t>
            </a:r>
          </a:p>
          <a:p>
            <a:pPr lvl="1">
              <a:buClr>
                <a:schemeClr val="tx2"/>
              </a:buClr>
            </a:pPr>
            <a:r>
              <a:rPr lang="en-US">
                <a:solidFill>
                  <a:schemeClr val="tx1"/>
                </a:solidFill>
                <a:cs typeface="Arial"/>
              </a:rPr>
              <a:t>Fire Department</a:t>
            </a:r>
          </a:p>
          <a:p>
            <a:pPr lvl="1">
              <a:buClr>
                <a:schemeClr val="tx2"/>
              </a:buClr>
            </a:pPr>
            <a:r>
              <a:rPr lang="en-US">
                <a:solidFill>
                  <a:schemeClr val="tx1"/>
                </a:solidFill>
                <a:cs typeface="Arial"/>
              </a:rPr>
              <a:t>Utilize local vendors for site events</a:t>
            </a:r>
          </a:p>
          <a:p>
            <a:pPr>
              <a:buClr>
                <a:schemeClr val="tx2"/>
              </a:buClr>
            </a:pPr>
            <a:r>
              <a:rPr lang="en-US">
                <a:solidFill>
                  <a:schemeClr val="tx1"/>
                </a:solidFill>
                <a:cs typeface="Arial"/>
              </a:rPr>
              <a:t>Stimulating job creation and workforce development:</a:t>
            </a:r>
          </a:p>
          <a:p>
            <a:pPr lvl="1">
              <a:buClr>
                <a:schemeClr val="tx2"/>
              </a:buClr>
            </a:pPr>
            <a:r>
              <a:rPr lang="en-US">
                <a:solidFill>
                  <a:schemeClr val="tx1"/>
                </a:solidFill>
                <a:cs typeface="Arial"/>
              </a:rPr>
              <a:t>Local IBEW Partnership</a:t>
            </a:r>
          </a:p>
          <a:p>
            <a:pPr lvl="1">
              <a:buClr>
                <a:schemeClr val="tx2"/>
              </a:buClr>
            </a:pPr>
            <a:r>
              <a:rPr lang="en-US">
                <a:solidFill>
                  <a:schemeClr val="tx1"/>
                </a:solidFill>
                <a:cs typeface="Arial"/>
              </a:rPr>
              <a:t>Utilizing local contractors (mowing, equipment rental, waste management, aggregate supply)</a:t>
            </a:r>
          </a:p>
          <a:p>
            <a:pPr lvl="1">
              <a:buClr>
                <a:schemeClr val="tx2"/>
              </a:buClr>
            </a:pPr>
            <a:endParaRPr lang="en-US" sz="1200">
              <a:solidFill>
                <a:srgbClr val="1C2B39"/>
              </a:solidFill>
              <a:cs typeface="Arial"/>
            </a:endParaRPr>
          </a:p>
          <a:p>
            <a:endParaRPr lang="en-US" sz="1600">
              <a:cs typeface="Arial"/>
            </a:endParaRPr>
          </a:p>
        </p:txBody>
      </p:sp>
      <p:pic>
        <p:nvPicPr>
          <p:cNvPr id="16" name="Picture 15" descr="A group of people posing for a photo&#10;&#10;AI-generated content may be incorrect.">
            <a:extLst>
              <a:ext uri="{FF2B5EF4-FFF2-40B4-BE49-F238E27FC236}">
                <a16:creationId xmlns:a16="http://schemas.microsoft.com/office/drawing/2014/main" id="{C5BE8417-D03F-0533-A8E8-CC22C8676C55}"/>
              </a:ext>
            </a:extLst>
          </p:cNvPr>
          <p:cNvPicPr>
            <a:picLocks noChangeAspect="1"/>
          </p:cNvPicPr>
          <p:nvPr/>
        </p:nvPicPr>
        <p:blipFill>
          <a:blip r:embed="rId2"/>
          <a:srcRect t="5492" b="17458"/>
          <a:stretch>
            <a:fillRect/>
          </a:stretch>
        </p:blipFill>
        <p:spPr>
          <a:xfrm>
            <a:off x="6177541" y="1177295"/>
            <a:ext cx="5806367" cy="25187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8" name="Picture 17" descr="A group of people standing in front of a truck&#10;&#10;AI-generated content may be incorrect.">
            <a:extLst>
              <a:ext uri="{FF2B5EF4-FFF2-40B4-BE49-F238E27FC236}">
                <a16:creationId xmlns:a16="http://schemas.microsoft.com/office/drawing/2014/main" id="{DF19BF0C-3CC4-BF7F-B931-2B117CD4E685}"/>
              </a:ext>
            </a:extLst>
          </p:cNvPr>
          <p:cNvPicPr>
            <a:picLocks noChangeAspect="1"/>
          </p:cNvPicPr>
          <p:nvPr/>
        </p:nvPicPr>
        <p:blipFill>
          <a:blip r:embed="rId3"/>
          <a:stretch>
            <a:fillRect/>
          </a:stretch>
        </p:blipFill>
        <p:spPr>
          <a:xfrm>
            <a:off x="5917523" y="3893221"/>
            <a:ext cx="3025788" cy="22693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Picture 19" descr="A group of children posing for a photo&#10;&#10;AI-generated content may be incorrect.">
            <a:extLst>
              <a:ext uri="{FF2B5EF4-FFF2-40B4-BE49-F238E27FC236}">
                <a16:creationId xmlns:a16="http://schemas.microsoft.com/office/drawing/2014/main" id="{138A14D4-E737-3651-6F30-1272B3F7EF59}"/>
              </a:ext>
            </a:extLst>
          </p:cNvPr>
          <p:cNvPicPr>
            <a:picLocks noChangeAspect="1"/>
          </p:cNvPicPr>
          <p:nvPr/>
        </p:nvPicPr>
        <p:blipFill>
          <a:blip r:embed="rId4"/>
          <a:stretch>
            <a:fillRect/>
          </a:stretch>
        </p:blipFill>
        <p:spPr>
          <a:xfrm>
            <a:off x="9080725" y="3903495"/>
            <a:ext cx="3025788" cy="22693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87029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250F0-99A2-0B2F-0841-D45F28AC2B85}"/>
              </a:ext>
            </a:extLst>
          </p:cNvPr>
          <p:cNvSpPr>
            <a:spLocks noGrp="1"/>
          </p:cNvSpPr>
          <p:nvPr>
            <p:ph type="title"/>
          </p:nvPr>
        </p:nvSpPr>
        <p:spPr/>
        <p:txBody>
          <a:bodyPr/>
          <a:lstStyle/>
          <a:p>
            <a:pPr lvl="0"/>
            <a:r>
              <a:rPr lang="en-US"/>
              <a:t>Project Introduction</a:t>
            </a:r>
          </a:p>
        </p:txBody>
      </p:sp>
      <p:sp>
        <p:nvSpPr>
          <p:cNvPr id="6" name="Content Placeholder 7">
            <a:extLst>
              <a:ext uri="{FF2B5EF4-FFF2-40B4-BE49-F238E27FC236}">
                <a16:creationId xmlns:a16="http://schemas.microsoft.com/office/drawing/2014/main" id="{7AF71513-B492-BD73-D7DC-DBFB90707AE6}"/>
              </a:ext>
            </a:extLst>
          </p:cNvPr>
          <p:cNvSpPr>
            <a:spLocks noGrp="1"/>
          </p:cNvSpPr>
          <p:nvPr>
            <p:ph sz="half" idx="1"/>
          </p:nvPr>
        </p:nvSpPr>
        <p:spPr>
          <a:xfrm>
            <a:off x="620704" y="1566180"/>
            <a:ext cx="4341714" cy="3180482"/>
          </a:xfrm>
        </p:spPr>
        <p:txBody>
          <a:bodyPr vert="horz" lIns="91440" tIns="45720" rIns="91440" bIns="45720" rtlCol="0" anchor="t">
            <a:noAutofit/>
          </a:bodyPr>
          <a:lstStyle/>
          <a:p>
            <a:pPr marL="342900" indent="-342900">
              <a:lnSpc>
                <a:spcPts val="1860"/>
              </a:lnSpc>
              <a:buFont typeface="Wingdings" panose="05000000000000000000" pitchFamily="2" charset="2"/>
              <a:buChar char="§"/>
            </a:pPr>
            <a:r>
              <a:rPr lang="en-US" sz="2000">
                <a:solidFill>
                  <a:schemeClr val="tx1"/>
                </a:solidFill>
                <a:latin typeface="Arial"/>
                <a:cs typeface="Arial"/>
              </a:rPr>
              <a:t>PV: 65 </a:t>
            </a:r>
            <a:r>
              <a:rPr lang="en-US" sz="2000" err="1">
                <a:solidFill>
                  <a:schemeClr val="tx1"/>
                </a:solidFill>
                <a:latin typeface="Arial"/>
                <a:cs typeface="Arial"/>
              </a:rPr>
              <a:t>MWac</a:t>
            </a:r>
            <a:r>
              <a:rPr lang="en-US" sz="2000">
                <a:solidFill>
                  <a:schemeClr val="tx1"/>
                </a:solidFill>
                <a:latin typeface="Arial"/>
                <a:cs typeface="Arial"/>
              </a:rPr>
              <a:t> | 88 </a:t>
            </a:r>
            <a:r>
              <a:rPr lang="en-US" sz="2000" err="1">
                <a:solidFill>
                  <a:schemeClr val="tx1"/>
                </a:solidFill>
                <a:latin typeface="Arial"/>
                <a:cs typeface="Arial"/>
              </a:rPr>
              <a:t>MWdc</a:t>
            </a:r>
            <a:endParaRPr lang="en-US" sz="2000">
              <a:solidFill>
                <a:schemeClr val="tx1"/>
              </a:solidFill>
              <a:latin typeface="Arial"/>
              <a:cs typeface="Arial"/>
            </a:endParaRPr>
          </a:p>
          <a:p>
            <a:pPr marL="342900" indent="-342900">
              <a:lnSpc>
                <a:spcPts val="1860"/>
              </a:lnSpc>
              <a:buFont typeface="Wingdings" panose="05000000000000000000" pitchFamily="2" charset="2"/>
              <a:buChar char="§"/>
            </a:pPr>
            <a:r>
              <a:rPr lang="en-US" sz="2000">
                <a:solidFill>
                  <a:schemeClr val="tx1"/>
                </a:solidFill>
                <a:latin typeface="Arial"/>
                <a:cs typeface="Arial"/>
              </a:rPr>
              <a:t>658 Acres Total Site Area</a:t>
            </a:r>
            <a:endParaRPr lang="en-US"/>
          </a:p>
          <a:p>
            <a:pPr marL="342900" indent="-342900">
              <a:lnSpc>
                <a:spcPts val="1860"/>
              </a:lnSpc>
              <a:buFont typeface="Wingdings" panose="05000000000000000000" pitchFamily="2" charset="2"/>
              <a:buChar char="§"/>
            </a:pPr>
            <a:r>
              <a:rPr lang="en-US" sz="2000">
                <a:solidFill>
                  <a:schemeClr val="tx1"/>
                </a:solidFill>
                <a:latin typeface="Arial"/>
                <a:cs typeface="Arial"/>
              </a:rPr>
              <a:t>349 Acres Total Disturbed Area</a:t>
            </a:r>
            <a:endParaRPr lang="en-US"/>
          </a:p>
          <a:p>
            <a:pPr marL="342900" indent="-342900">
              <a:lnSpc>
                <a:spcPts val="1860"/>
              </a:lnSpc>
              <a:buFont typeface="Wingdings" panose="05000000000000000000" pitchFamily="2" charset="2"/>
              <a:buChar char="§"/>
            </a:pPr>
            <a:r>
              <a:rPr lang="en-US" sz="2000">
                <a:solidFill>
                  <a:schemeClr val="tx1"/>
                </a:solidFill>
                <a:latin typeface="Arial"/>
                <a:cs typeface="Arial"/>
              </a:rPr>
              <a:t>3 MV Collection Circuits</a:t>
            </a:r>
            <a:endParaRPr lang="en-US"/>
          </a:p>
          <a:p>
            <a:pPr marL="342900" indent="-342900">
              <a:lnSpc>
                <a:spcPts val="1860"/>
              </a:lnSpc>
              <a:buFont typeface="Wingdings" panose="05000000000000000000" pitchFamily="2" charset="2"/>
              <a:buChar char="§"/>
            </a:pPr>
            <a:r>
              <a:rPr lang="en-US" sz="2000">
                <a:solidFill>
                  <a:schemeClr val="tx1"/>
                </a:solidFill>
                <a:latin typeface="Arial"/>
                <a:cs typeface="Arial"/>
              </a:rPr>
              <a:t>19 Arrays</a:t>
            </a:r>
            <a:endParaRPr lang="en-US" dirty="0">
              <a:solidFill>
                <a:schemeClr val="tx1"/>
              </a:solidFill>
              <a:latin typeface="Arial"/>
              <a:cs typeface="Arial"/>
            </a:endParaRPr>
          </a:p>
          <a:p>
            <a:pPr marL="342900" indent="-342900">
              <a:lnSpc>
                <a:spcPts val="1860"/>
              </a:lnSpc>
              <a:buFont typeface="Wingdings" panose="05000000000000000000" pitchFamily="2" charset="2"/>
              <a:buChar char="§"/>
            </a:pPr>
            <a:r>
              <a:rPr lang="en-US" sz="2000">
                <a:solidFill>
                  <a:schemeClr val="tx1"/>
                </a:solidFill>
                <a:latin typeface="Arial"/>
                <a:cs typeface="Arial"/>
              </a:rPr>
              <a:t>20,065 LF of Access Roads</a:t>
            </a:r>
            <a:endParaRPr lang="en-US"/>
          </a:p>
          <a:p>
            <a:pPr marL="342900" indent="-342900">
              <a:lnSpc>
                <a:spcPts val="1860"/>
              </a:lnSpc>
              <a:buFont typeface="Wingdings" panose="05000000000000000000" pitchFamily="2" charset="2"/>
              <a:buChar char="§"/>
            </a:pPr>
            <a:r>
              <a:rPr lang="en-US" sz="2000">
                <a:solidFill>
                  <a:schemeClr val="tx1"/>
                </a:solidFill>
                <a:latin typeface="Arial"/>
                <a:cs typeface="Arial"/>
              </a:rPr>
              <a:t>8 Sediment Basins</a:t>
            </a:r>
            <a:endParaRPr lang="en-US"/>
          </a:p>
          <a:p>
            <a:pPr marL="342900" indent="-342900">
              <a:lnSpc>
                <a:spcPts val="1860"/>
              </a:lnSpc>
              <a:buFont typeface="Wingdings" panose="05000000000000000000" pitchFamily="2" charset="2"/>
              <a:buChar char="§"/>
            </a:pPr>
            <a:r>
              <a:rPr lang="en-US" sz="2000">
                <a:solidFill>
                  <a:schemeClr val="tx1"/>
                </a:solidFill>
                <a:latin typeface="Arial"/>
                <a:cs typeface="Arial"/>
              </a:rPr>
              <a:t>1 Sediment Trap</a:t>
            </a:r>
            <a:endParaRPr lang="en-US"/>
          </a:p>
          <a:p>
            <a:pPr marL="342900" indent="-342900">
              <a:lnSpc>
                <a:spcPts val="1860"/>
              </a:lnSpc>
              <a:buFont typeface="Wingdings" panose="05000000000000000000" pitchFamily="2" charset="2"/>
              <a:buChar char="§"/>
            </a:pPr>
            <a:r>
              <a:rPr lang="en-US" sz="2000">
                <a:solidFill>
                  <a:schemeClr val="tx1"/>
                </a:solidFill>
                <a:latin typeface="Arial"/>
                <a:cs typeface="Arial"/>
              </a:rPr>
              <a:t>Collector Substation</a:t>
            </a:r>
            <a:endParaRPr lang="en-US"/>
          </a:p>
          <a:p>
            <a:pPr marL="342900" indent="-342900">
              <a:lnSpc>
                <a:spcPts val="1860"/>
              </a:lnSpc>
              <a:buFont typeface="Wingdings" panose="05000000000000000000" pitchFamily="2" charset="2"/>
              <a:buChar char="§"/>
            </a:pPr>
            <a:r>
              <a:rPr lang="en-US" sz="2000">
                <a:solidFill>
                  <a:schemeClr val="tx1"/>
                </a:solidFill>
                <a:latin typeface="Arial"/>
                <a:cs typeface="Arial"/>
              </a:rPr>
              <a:t>O&amp;M Building</a:t>
            </a:r>
            <a:endParaRPr lang="en-US"/>
          </a:p>
          <a:p>
            <a:pPr marL="285750" indent="-285750"/>
            <a:endParaRPr lang="en-US" dirty="0">
              <a:solidFill>
                <a:schemeClr val="tx1"/>
              </a:solidFill>
              <a:latin typeface="Arial"/>
              <a:cs typeface="Arial"/>
            </a:endParaRPr>
          </a:p>
          <a:p>
            <a:endParaRPr lang="en-US" dirty="0">
              <a:solidFill>
                <a:schemeClr val="tx1"/>
              </a:solidFill>
              <a:cs typeface="Arial"/>
            </a:endParaRPr>
          </a:p>
        </p:txBody>
      </p:sp>
      <p:pic>
        <p:nvPicPr>
          <p:cNvPr id="4" name="Picture 3" descr="A map of a city&#10;&#10;AI-generated content may be incorrect.">
            <a:extLst>
              <a:ext uri="{FF2B5EF4-FFF2-40B4-BE49-F238E27FC236}">
                <a16:creationId xmlns:a16="http://schemas.microsoft.com/office/drawing/2014/main" id="{B8C306DE-95C6-1F97-1D90-218F66AB3B81}"/>
              </a:ext>
            </a:extLst>
          </p:cNvPr>
          <p:cNvPicPr>
            <a:picLocks noChangeAspect="1"/>
          </p:cNvPicPr>
          <p:nvPr/>
        </p:nvPicPr>
        <p:blipFill>
          <a:blip r:embed="rId4"/>
          <a:stretch>
            <a:fillRect/>
          </a:stretch>
        </p:blipFill>
        <p:spPr>
          <a:xfrm>
            <a:off x="6090498" y="695738"/>
            <a:ext cx="4892224" cy="5477566"/>
          </a:xfrm>
          <a:prstGeom prst="rect">
            <a:avLst/>
          </a:prstGeom>
        </p:spPr>
      </p:pic>
    </p:spTree>
    <p:extLst>
      <p:ext uri="{BB962C8B-B14F-4D97-AF65-F5344CB8AC3E}">
        <p14:creationId xmlns:p14="http://schemas.microsoft.com/office/powerpoint/2010/main" val="128056754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1B32-C8D4-B93B-45D5-7DBE4C3DDDE7}"/>
              </a:ext>
            </a:extLst>
          </p:cNvPr>
          <p:cNvSpPr>
            <a:spLocks noGrp="1"/>
          </p:cNvSpPr>
          <p:nvPr>
            <p:ph type="title"/>
          </p:nvPr>
        </p:nvSpPr>
        <p:spPr/>
        <p:txBody>
          <a:bodyPr/>
          <a:lstStyle/>
          <a:p>
            <a:r>
              <a:rPr lang="en-US"/>
              <a:t>Schedule Milestones</a:t>
            </a:r>
          </a:p>
        </p:txBody>
      </p:sp>
      <p:pic>
        <p:nvPicPr>
          <p:cNvPr id="6" name="Picture 5" descr="A screenshot of a phone&#10;&#10;AI-generated content may be incorrect.">
            <a:extLst>
              <a:ext uri="{FF2B5EF4-FFF2-40B4-BE49-F238E27FC236}">
                <a16:creationId xmlns:a16="http://schemas.microsoft.com/office/drawing/2014/main" id="{1377C919-A52D-DBFF-D11C-99720914CF8E}"/>
              </a:ext>
            </a:extLst>
          </p:cNvPr>
          <p:cNvPicPr>
            <a:picLocks noChangeAspect="1"/>
          </p:cNvPicPr>
          <p:nvPr/>
        </p:nvPicPr>
        <p:blipFill>
          <a:blip r:embed="rId3"/>
          <a:stretch>
            <a:fillRect/>
          </a:stretch>
        </p:blipFill>
        <p:spPr>
          <a:xfrm>
            <a:off x="746413" y="2192048"/>
            <a:ext cx="10394372" cy="1711902"/>
          </a:xfrm>
          <a:prstGeom prst="rect">
            <a:avLst/>
          </a:prstGeom>
        </p:spPr>
      </p:pic>
      <p:pic>
        <p:nvPicPr>
          <p:cNvPr id="7" name="Picture 6">
            <a:extLst>
              <a:ext uri="{FF2B5EF4-FFF2-40B4-BE49-F238E27FC236}">
                <a16:creationId xmlns:a16="http://schemas.microsoft.com/office/drawing/2014/main" id="{CDF8E624-38CA-52AC-BDFD-8C30D5579AD4}"/>
              </a:ext>
            </a:extLst>
          </p:cNvPr>
          <p:cNvPicPr>
            <a:picLocks noChangeAspect="1"/>
          </p:cNvPicPr>
          <p:nvPr/>
        </p:nvPicPr>
        <p:blipFill>
          <a:blip r:embed="rId4"/>
          <a:stretch>
            <a:fillRect/>
          </a:stretch>
        </p:blipFill>
        <p:spPr>
          <a:xfrm>
            <a:off x="742083" y="1784206"/>
            <a:ext cx="10375322" cy="407843"/>
          </a:xfrm>
          <a:prstGeom prst="rect">
            <a:avLst/>
          </a:prstGeom>
        </p:spPr>
      </p:pic>
    </p:spTree>
    <p:extLst>
      <p:ext uri="{BB962C8B-B14F-4D97-AF65-F5344CB8AC3E}">
        <p14:creationId xmlns:p14="http://schemas.microsoft.com/office/powerpoint/2010/main" val="417488850"/>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A122081-0C05-2C6C-4DAC-B821D241AAD1}"/>
              </a:ext>
            </a:extLst>
          </p:cNvPr>
          <p:cNvSpPr>
            <a:spLocks noGrp="1"/>
          </p:cNvSpPr>
          <p:nvPr>
            <p:ph type="title"/>
          </p:nvPr>
        </p:nvSpPr>
        <p:spPr>
          <a:xfrm>
            <a:off x="584201" y="647527"/>
            <a:ext cx="10183116" cy="464608"/>
          </a:xfrm>
        </p:spPr>
        <p:txBody>
          <a:bodyPr/>
          <a:lstStyle/>
          <a:p>
            <a:r>
              <a:rPr lang="en-US">
                <a:solidFill>
                  <a:schemeClr val="tx1"/>
                </a:solidFill>
              </a:rPr>
              <a:t>Procurement Schedule </a:t>
            </a:r>
          </a:p>
        </p:txBody>
      </p:sp>
      <p:graphicFrame>
        <p:nvGraphicFramePr>
          <p:cNvPr id="15" name="Table 14">
            <a:extLst>
              <a:ext uri="{FF2B5EF4-FFF2-40B4-BE49-F238E27FC236}">
                <a16:creationId xmlns:a16="http://schemas.microsoft.com/office/drawing/2014/main" id="{A58ED266-0A6B-975E-21F6-6A1EF1ABA967}"/>
              </a:ext>
            </a:extLst>
          </p:cNvPr>
          <p:cNvGraphicFramePr>
            <a:graphicFrameLocks noGrp="1"/>
          </p:cNvGraphicFramePr>
          <p:nvPr>
            <p:extLst>
              <p:ext uri="{D42A27DB-BD31-4B8C-83A1-F6EECF244321}">
                <p14:modId xmlns:p14="http://schemas.microsoft.com/office/powerpoint/2010/main" val="3650599476"/>
              </p:ext>
            </p:extLst>
          </p:nvPr>
        </p:nvGraphicFramePr>
        <p:xfrm>
          <a:off x="838200" y="1380181"/>
          <a:ext cx="10749673" cy="4002435"/>
        </p:xfrm>
        <a:graphic>
          <a:graphicData uri="http://schemas.openxmlformats.org/drawingml/2006/table">
            <a:tbl>
              <a:tblPr>
                <a:tableStyleId>{775DCB02-9BB8-47FD-8907-85C794F793BA}</a:tableStyleId>
              </a:tblPr>
              <a:tblGrid>
                <a:gridCol w="1872052">
                  <a:extLst>
                    <a:ext uri="{9D8B030D-6E8A-4147-A177-3AD203B41FA5}">
                      <a16:colId xmlns:a16="http://schemas.microsoft.com/office/drawing/2014/main" val="1167694486"/>
                    </a:ext>
                  </a:extLst>
                </a:gridCol>
                <a:gridCol w="1930553">
                  <a:extLst>
                    <a:ext uri="{9D8B030D-6E8A-4147-A177-3AD203B41FA5}">
                      <a16:colId xmlns:a16="http://schemas.microsoft.com/office/drawing/2014/main" val="2003632084"/>
                    </a:ext>
                  </a:extLst>
                </a:gridCol>
                <a:gridCol w="2296190">
                  <a:extLst>
                    <a:ext uri="{9D8B030D-6E8A-4147-A177-3AD203B41FA5}">
                      <a16:colId xmlns:a16="http://schemas.microsoft.com/office/drawing/2014/main" val="2802777771"/>
                    </a:ext>
                  </a:extLst>
                </a:gridCol>
                <a:gridCol w="1942494">
                  <a:extLst>
                    <a:ext uri="{9D8B030D-6E8A-4147-A177-3AD203B41FA5}">
                      <a16:colId xmlns:a16="http://schemas.microsoft.com/office/drawing/2014/main" val="3916300688"/>
                    </a:ext>
                  </a:extLst>
                </a:gridCol>
                <a:gridCol w="2708384">
                  <a:extLst>
                    <a:ext uri="{9D8B030D-6E8A-4147-A177-3AD203B41FA5}">
                      <a16:colId xmlns:a16="http://schemas.microsoft.com/office/drawing/2014/main" val="470192475"/>
                    </a:ext>
                  </a:extLst>
                </a:gridCol>
              </a:tblGrid>
              <a:tr h="417430">
                <a:tc>
                  <a:txBody>
                    <a:bodyPr/>
                    <a:lstStyle/>
                    <a:p>
                      <a:pPr algn="l" fontAlgn="base">
                        <a:lnSpc>
                          <a:spcPts val="1350"/>
                        </a:lnSpc>
                        <a:buNone/>
                      </a:pPr>
                      <a:r>
                        <a:rPr lang="en-US" sz="1000" b="1">
                          <a:solidFill>
                            <a:srgbClr val="EEEEEE"/>
                          </a:solidFill>
                          <a:effectLst/>
                        </a:rPr>
                        <a:t>Procurement</a:t>
                      </a:r>
                      <a:r>
                        <a:rPr lang="en-US" sz="1000" b="1">
                          <a:solidFill>
                            <a:srgbClr val="FFFFFF"/>
                          </a:solidFill>
                          <a:effectLst/>
                        </a:rPr>
                        <a:t>​</a:t>
                      </a:r>
                      <a:endParaRPr lang="en-US" sz="1700" b="1" i="0">
                        <a:solidFill>
                          <a:srgbClr val="FFFFFF"/>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PO Status</a:t>
                      </a:r>
                      <a:endParaRPr lang="en-US" sz="1000" b="1">
                        <a:solidFill>
                          <a:srgbClr val="FFFFFF"/>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Supplier</a:t>
                      </a:r>
                      <a:endParaRPr lang="en-US" sz="1000" b="1">
                        <a:solidFill>
                          <a:srgbClr val="FFFFFF"/>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Responsible Party</a:t>
                      </a:r>
                      <a:r>
                        <a:rPr lang="en-US" sz="1000" b="1">
                          <a:solidFill>
                            <a:srgbClr val="1C1C1C"/>
                          </a:solidFill>
                          <a:effectLst/>
                        </a:rPr>
                        <a:t>​</a:t>
                      </a:r>
                      <a:endParaRPr lang="en-US" sz="1700" b="1" i="0">
                        <a:solidFill>
                          <a:srgbClr val="1C1C1C"/>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Delivery Start</a:t>
                      </a:r>
                      <a:r>
                        <a:rPr lang="en-US" sz="1000" b="1">
                          <a:solidFill>
                            <a:srgbClr val="1C1C1C"/>
                          </a:solidFill>
                          <a:effectLst/>
                        </a:rPr>
                        <a:t>​</a:t>
                      </a:r>
                      <a:endParaRPr lang="en-US" sz="1700" b="1" i="0">
                        <a:solidFill>
                          <a:srgbClr val="1C1C1C"/>
                        </a:solidFill>
                        <a:effectLst/>
                      </a:endParaRPr>
                    </a:p>
                  </a:txBody>
                  <a:tcPr marL="86801" marR="86801" marT="43401" marB="43401" anchor="ctr">
                    <a:solidFill>
                      <a:schemeClr val="bg2">
                        <a:lumMod val="50000"/>
                      </a:schemeClr>
                    </a:solidFill>
                  </a:tcPr>
                </a:tc>
                <a:extLst>
                  <a:ext uri="{0D108BD9-81ED-4DB2-BD59-A6C34878D82A}">
                    <a16:rowId xmlns:a16="http://schemas.microsoft.com/office/drawing/2014/main" val="1597588667"/>
                  </a:ext>
                </a:extLst>
              </a:tr>
              <a:tr h="452030">
                <a:tc>
                  <a:txBody>
                    <a:bodyPr/>
                    <a:lstStyle/>
                    <a:p>
                      <a:pPr algn="l" fontAlgn="base">
                        <a:lnSpc>
                          <a:spcPts val="1275"/>
                        </a:lnSpc>
                        <a:buNone/>
                      </a:pPr>
                      <a:r>
                        <a:rPr lang="en-US" sz="1000" b="0" u="none" strike="noStrike">
                          <a:solidFill>
                            <a:srgbClr val="1C1C1C"/>
                          </a:solidFill>
                          <a:effectLst/>
                        </a:rPr>
                        <a:t>Inverters</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Issued</a:t>
                      </a:r>
                      <a:endParaRPr lang="en-US" sz="1000" b="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err="1">
                          <a:solidFill>
                            <a:srgbClr val="1C1C1C"/>
                          </a:solidFill>
                          <a:effectLst/>
                        </a:rPr>
                        <a:t>Sungrow</a:t>
                      </a:r>
                      <a:endParaRPr lang="en-US" sz="1000" b="0" err="1">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7/10/26</a:t>
                      </a:r>
                      <a:endParaRPr lang="en-US" sz="1000" b="0">
                        <a:solidFill>
                          <a:srgbClr val="1C1C1C"/>
                        </a:solidFill>
                        <a:effectLst/>
                      </a:endParaRPr>
                    </a:p>
                  </a:txBody>
                  <a:tcPr marL="86801" marR="86801" marT="43401" marB="43401" anchor="ctr"/>
                </a:tc>
                <a:extLst>
                  <a:ext uri="{0D108BD9-81ED-4DB2-BD59-A6C34878D82A}">
                    <a16:rowId xmlns:a16="http://schemas.microsoft.com/office/drawing/2014/main" val="2556802305"/>
                  </a:ext>
                </a:extLst>
              </a:tr>
              <a:tr h="572587">
                <a:tc>
                  <a:txBody>
                    <a:bodyPr/>
                    <a:lstStyle/>
                    <a:p>
                      <a:pPr algn="l" fontAlgn="base">
                        <a:lnSpc>
                          <a:spcPts val="1275"/>
                        </a:lnSpc>
                        <a:buNone/>
                      </a:pPr>
                      <a:r>
                        <a:rPr lang="en-US" sz="1000" b="0" u="none" strike="noStrike">
                          <a:solidFill>
                            <a:srgbClr val="1C1C1C"/>
                          </a:solidFill>
                          <a:effectLst/>
                        </a:rPr>
                        <a:t>Posts</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lvl="0" algn="ctr">
                        <a:lnSpc>
                          <a:spcPts val="1275"/>
                        </a:lnSpc>
                        <a:buNone/>
                      </a:pPr>
                      <a:r>
                        <a:rPr lang="en-US" sz="1000" b="0" u="none" strike="noStrike">
                          <a:solidFill>
                            <a:srgbClr val="1C1C1C"/>
                          </a:solidFill>
                          <a:effectLst/>
                        </a:rPr>
                        <a:t>11/15/25</a:t>
                      </a:r>
                      <a:endParaRPr lang="en-US"/>
                    </a:p>
                  </a:txBody>
                  <a:tcPr marL="86801" marR="86801" marT="43401" marB="43401" anchor="ctr"/>
                </a:tc>
                <a:tc>
                  <a:txBody>
                    <a:bodyPr/>
                    <a:lstStyle/>
                    <a:p>
                      <a:pPr algn="l" fontAlgn="base">
                        <a:lnSpc>
                          <a:spcPts val="1275"/>
                        </a:lnSpc>
                        <a:buNone/>
                      </a:pPr>
                      <a:r>
                        <a:rPr lang="en-US" sz="1000" b="0" u="none" strike="noStrike">
                          <a:solidFill>
                            <a:srgbClr val="1C1C1C"/>
                          </a:solidFill>
                          <a:effectLst/>
                        </a:rPr>
                        <a:t>Powerhouse</a:t>
                      </a:r>
                      <a:endParaRPr lang="en-US" sz="1000" b="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2/16/26</a:t>
                      </a:r>
                      <a:endParaRPr lang="en-US" sz="1000" b="0">
                        <a:solidFill>
                          <a:srgbClr val="1C1C1C"/>
                        </a:solidFill>
                        <a:effectLst/>
                      </a:endParaRPr>
                    </a:p>
                  </a:txBody>
                  <a:tcPr marL="86801" marR="86801" marT="43401" marB="43401" anchor="ctr"/>
                </a:tc>
                <a:extLst>
                  <a:ext uri="{0D108BD9-81ED-4DB2-BD59-A6C34878D82A}">
                    <a16:rowId xmlns:a16="http://schemas.microsoft.com/office/drawing/2014/main" val="1018670318"/>
                  </a:ext>
                </a:extLst>
              </a:tr>
              <a:tr h="452030">
                <a:tc>
                  <a:txBody>
                    <a:bodyPr/>
                    <a:lstStyle/>
                    <a:p>
                      <a:pPr algn="l" fontAlgn="base">
                        <a:lnSpc>
                          <a:spcPts val="1275"/>
                        </a:lnSpc>
                        <a:buNone/>
                      </a:pPr>
                      <a:r>
                        <a:rPr lang="en-US" sz="1000" b="0" u="none" strike="noStrike">
                          <a:solidFill>
                            <a:srgbClr val="1C1C1C"/>
                          </a:solidFill>
                          <a:effectLst/>
                        </a:rPr>
                        <a:t>Racking​</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lvl="0" algn="ctr">
                        <a:lnSpc>
                          <a:spcPts val="1275"/>
                        </a:lnSpc>
                        <a:buNone/>
                      </a:pPr>
                      <a:r>
                        <a:rPr lang="en-US" sz="1000" b="0" i="0" u="none" strike="noStrike" noProof="0">
                          <a:solidFill>
                            <a:srgbClr val="1C1C1C"/>
                          </a:solidFill>
                          <a:effectLst/>
                          <a:latin typeface="Arial"/>
                        </a:rPr>
                        <a:t>Issued</a:t>
                      </a:r>
                      <a:endParaRPr lang="en-US"/>
                    </a:p>
                  </a:txBody>
                  <a:tcPr marL="86801" marR="86801" marT="43401" marB="43401" anchor="ctr"/>
                </a:tc>
                <a:tc>
                  <a:txBody>
                    <a:bodyPr/>
                    <a:lstStyle/>
                    <a:p>
                      <a:pPr algn="l" fontAlgn="base">
                        <a:lnSpc>
                          <a:spcPts val="1275"/>
                        </a:lnSpc>
                        <a:buNone/>
                      </a:pPr>
                      <a:r>
                        <a:rPr lang="en-US" sz="1000" b="0" u="none" strike="noStrike" err="1">
                          <a:solidFill>
                            <a:srgbClr val="1C1C1C"/>
                          </a:solidFill>
                          <a:effectLst/>
                        </a:rPr>
                        <a:t>Nextracker</a:t>
                      </a:r>
                      <a:endParaRPr lang="en-US" sz="1000" b="0" err="1">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4/13/26</a:t>
                      </a:r>
                      <a:endParaRPr lang="en-US" sz="1000" b="0">
                        <a:solidFill>
                          <a:srgbClr val="1C1C1C"/>
                        </a:solidFill>
                        <a:effectLst/>
                      </a:endParaRPr>
                    </a:p>
                  </a:txBody>
                  <a:tcPr marL="86801" marR="86801" marT="43401" marB="43401" anchor="ctr"/>
                </a:tc>
                <a:extLst>
                  <a:ext uri="{0D108BD9-81ED-4DB2-BD59-A6C34878D82A}">
                    <a16:rowId xmlns:a16="http://schemas.microsoft.com/office/drawing/2014/main" val="1550891220"/>
                  </a:ext>
                </a:extLst>
              </a:tr>
              <a:tr h="238041">
                <a:tc>
                  <a:txBody>
                    <a:bodyPr/>
                    <a:lstStyle/>
                    <a:p>
                      <a:pPr algn="l" fontAlgn="base">
                        <a:lnSpc>
                          <a:spcPts val="1275"/>
                        </a:lnSpc>
                        <a:buNone/>
                      </a:pPr>
                      <a:r>
                        <a:rPr lang="en-US" sz="1000" b="0" u="none" strike="noStrike">
                          <a:solidFill>
                            <a:srgbClr val="1C1C1C"/>
                          </a:solidFill>
                          <a:effectLst/>
                        </a:rPr>
                        <a:t>MV Cable​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lvl="0" algn="ctr">
                        <a:lnSpc>
                          <a:spcPct val="100000"/>
                        </a:lnSpc>
                        <a:spcBef>
                          <a:spcPts val="0"/>
                        </a:spcBef>
                        <a:spcAft>
                          <a:spcPts val="0"/>
                        </a:spcAft>
                        <a:buNone/>
                      </a:pPr>
                      <a:r>
                        <a:rPr lang="en-US" sz="1000" b="0" i="0" u="none" strike="noStrike" noProof="0">
                          <a:solidFill>
                            <a:srgbClr val="1C1C1C"/>
                          </a:solidFill>
                          <a:effectLst/>
                          <a:latin typeface="Arial"/>
                        </a:rPr>
                        <a:t>11/15/25</a:t>
                      </a: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Southwire/WTEC</a:t>
                      </a: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2/27/26</a:t>
                      </a:r>
                      <a:endParaRPr lang="en-US" sz="1000" b="0">
                        <a:solidFill>
                          <a:srgbClr val="1C1C1C"/>
                        </a:solidFill>
                        <a:effectLst/>
                      </a:endParaRPr>
                    </a:p>
                  </a:txBody>
                  <a:tcPr marL="86801" marR="86801" marT="43401" marB="43401" anchor="ctr"/>
                </a:tc>
                <a:extLst>
                  <a:ext uri="{0D108BD9-81ED-4DB2-BD59-A6C34878D82A}">
                    <a16:rowId xmlns:a16="http://schemas.microsoft.com/office/drawing/2014/main" val="4053629135"/>
                  </a:ext>
                </a:extLst>
              </a:tr>
              <a:tr h="238041">
                <a:tc>
                  <a:txBody>
                    <a:bodyPr/>
                    <a:lstStyle/>
                    <a:p>
                      <a:pPr algn="l" fontAlgn="base">
                        <a:lnSpc>
                          <a:spcPts val="1275"/>
                        </a:lnSpc>
                        <a:buNone/>
                      </a:pPr>
                      <a:r>
                        <a:rPr lang="en-US" sz="1000" b="0" u="none" strike="noStrike">
                          <a:solidFill>
                            <a:srgbClr val="1C1C1C"/>
                          </a:solidFill>
                          <a:effectLst/>
                        </a:rPr>
                        <a:t>Fiber</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Pending</a:t>
                      </a:r>
                      <a:endParaRPr lang="en-US" sz="1000" b="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TBD</a:t>
                      </a:r>
                      <a:endParaRPr lang="en-US" sz="1000" b="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TBD</a:t>
                      </a:r>
                      <a:endParaRPr lang="en-US" sz="1000" b="0">
                        <a:solidFill>
                          <a:srgbClr val="1C1C1C"/>
                        </a:solidFill>
                        <a:effectLst/>
                      </a:endParaRPr>
                    </a:p>
                  </a:txBody>
                  <a:tcPr marL="86801" marR="86801" marT="43401" marB="43401" anchor="ctr"/>
                </a:tc>
                <a:extLst>
                  <a:ext uri="{0D108BD9-81ED-4DB2-BD59-A6C34878D82A}">
                    <a16:rowId xmlns:a16="http://schemas.microsoft.com/office/drawing/2014/main" val="3101417667"/>
                  </a:ext>
                </a:extLst>
              </a:tr>
              <a:tr h="238041">
                <a:tc>
                  <a:txBody>
                    <a:bodyPr/>
                    <a:lstStyle/>
                    <a:p>
                      <a:pPr algn="l" fontAlgn="base">
                        <a:lnSpc>
                          <a:spcPts val="1275"/>
                        </a:lnSpc>
                        <a:buNone/>
                      </a:pPr>
                      <a:r>
                        <a:rPr lang="en-US" sz="1000" b="0" u="none" strike="noStrike">
                          <a:solidFill>
                            <a:srgbClr val="1C1C1C"/>
                          </a:solidFill>
                          <a:effectLst/>
                        </a:rPr>
                        <a:t>Ground Cable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Pending</a:t>
                      </a: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TBD</a:t>
                      </a:r>
                      <a:endParaRPr lang="en-US" sz="1000" b="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lvl="0" algn="ctr">
                        <a:lnSpc>
                          <a:spcPct val="100000"/>
                        </a:lnSpc>
                        <a:spcBef>
                          <a:spcPts val="0"/>
                        </a:spcBef>
                        <a:spcAft>
                          <a:spcPts val="0"/>
                        </a:spcAft>
                        <a:buNone/>
                      </a:pPr>
                      <a:r>
                        <a:rPr lang="en-US" sz="1000" b="0" i="0" u="none" strike="noStrike" noProof="0">
                          <a:solidFill>
                            <a:srgbClr val="1C1C1C"/>
                          </a:solidFill>
                          <a:effectLst/>
                          <a:latin typeface="Arial"/>
                        </a:rPr>
                        <a:t>TBD</a:t>
                      </a:r>
                    </a:p>
                  </a:txBody>
                  <a:tcPr marL="86801" marR="86801" marT="43401" marB="43401" anchor="ctr"/>
                </a:tc>
                <a:extLst>
                  <a:ext uri="{0D108BD9-81ED-4DB2-BD59-A6C34878D82A}">
                    <a16:rowId xmlns:a16="http://schemas.microsoft.com/office/drawing/2014/main" val="147105363"/>
                  </a:ext>
                </a:extLst>
              </a:tr>
              <a:tr h="238041">
                <a:tc>
                  <a:txBody>
                    <a:bodyPr/>
                    <a:lstStyle/>
                    <a:p>
                      <a:pPr algn="l" fontAlgn="base">
                        <a:lnSpc>
                          <a:spcPts val="1275"/>
                        </a:lnSpc>
                        <a:buNone/>
                      </a:pPr>
                      <a:r>
                        <a:rPr lang="en-US" sz="1000" b="0" u="none" strike="noStrike">
                          <a:solidFill>
                            <a:srgbClr val="1C1C1C"/>
                          </a:solidFill>
                          <a:effectLst/>
                        </a:rPr>
                        <a:t>DC Cable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Pending</a:t>
                      </a: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TBD</a:t>
                      </a: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lvl="0" algn="ctr">
                        <a:lnSpc>
                          <a:spcPct val="100000"/>
                        </a:lnSpc>
                        <a:spcBef>
                          <a:spcPts val="0"/>
                        </a:spcBef>
                        <a:spcAft>
                          <a:spcPts val="0"/>
                        </a:spcAft>
                        <a:buNone/>
                      </a:pPr>
                      <a:r>
                        <a:rPr lang="en-US" sz="1000" b="0" i="0" u="none" strike="noStrike" noProof="0">
                          <a:solidFill>
                            <a:srgbClr val="1C1C1C"/>
                          </a:solidFill>
                          <a:effectLst/>
                          <a:latin typeface="Arial"/>
                        </a:rPr>
                        <a:t>TBD</a:t>
                      </a:r>
                    </a:p>
                  </a:txBody>
                  <a:tcPr marL="86801" marR="86801" marT="43401" marB="43401" anchor="ctr"/>
                </a:tc>
                <a:extLst>
                  <a:ext uri="{0D108BD9-81ED-4DB2-BD59-A6C34878D82A}">
                    <a16:rowId xmlns:a16="http://schemas.microsoft.com/office/drawing/2014/main" val="4035369230"/>
                  </a:ext>
                </a:extLst>
              </a:tr>
              <a:tr h="661377">
                <a:tc>
                  <a:txBody>
                    <a:bodyPr/>
                    <a:lstStyle/>
                    <a:p>
                      <a:pPr algn="l" fontAlgn="base">
                        <a:lnSpc>
                          <a:spcPts val="1275"/>
                        </a:lnSpc>
                        <a:buNone/>
                      </a:pPr>
                      <a:r>
                        <a:rPr lang="en-US" sz="1000" b="0" u="none" strike="noStrike">
                          <a:solidFill>
                            <a:srgbClr val="1C1C1C"/>
                          </a:solidFill>
                          <a:effectLst/>
                        </a:rPr>
                        <a:t>Modules​</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Issued</a:t>
                      </a:r>
                    </a:p>
                  </a:txBody>
                  <a:tcPr marL="86801" marR="86801" marT="43401" marB="43401" anchor="ctr"/>
                </a:tc>
                <a:tc>
                  <a:txBody>
                    <a:bodyPr/>
                    <a:lstStyle/>
                    <a:p>
                      <a:pPr algn="l" fontAlgn="base">
                        <a:lnSpc>
                          <a:spcPts val="1275"/>
                        </a:lnSpc>
                        <a:buNone/>
                      </a:pPr>
                      <a:r>
                        <a:rPr lang="en-US" sz="1000" b="0" u="none" strike="noStrike" err="1">
                          <a:solidFill>
                            <a:srgbClr val="1C1C1C"/>
                          </a:solidFill>
                          <a:effectLst/>
                        </a:rPr>
                        <a:t>ZNShine</a:t>
                      </a:r>
                      <a:endParaRPr lang="en-US" sz="1000" b="0" err="1">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err="1">
                          <a:solidFill>
                            <a:srgbClr val="1C1C1C"/>
                          </a:solidFill>
                          <a:effectLst/>
                        </a:rPr>
                        <a:t>Evergy</a:t>
                      </a:r>
                      <a:endParaRPr lang="en-US" sz="1000" b="0" err="1">
                        <a:solidFill>
                          <a:srgbClr val="1C1C1C"/>
                        </a:solidFill>
                        <a:effectLst/>
                      </a:endParaRPr>
                    </a:p>
                  </a:txBody>
                  <a:tcPr marL="86801" marR="86801" marT="43401" marB="43401" anchor="ctr"/>
                </a:tc>
                <a:tc>
                  <a:txBody>
                    <a:bodyPr/>
                    <a:lstStyle/>
                    <a:p>
                      <a:pPr lvl="0" algn="ctr">
                        <a:lnSpc>
                          <a:spcPts val="975"/>
                        </a:lnSpc>
                        <a:buNone/>
                      </a:pPr>
                      <a:r>
                        <a:rPr lang="en-US" sz="1000" b="0" u="none" strike="noStrike">
                          <a:solidFill>
                            <a:srgbClr val="1C1C1C"/>
                          </a:solidFill>
                          <a:effectLst/>
                        </a:rPr>
                        <a:t>3/2/26</a:t>
                      </a:r>
                      <a:endParaRPr lang="en-US"/>
                    </a:p>
                  </a:txBody>
                  <a:tcPr marL="86801" marR="86801" marT="43401" marB="43401" anchor="ctr"/>
                </a:tc>
                <a:extLst>
                  <a:ext uri="{0D108BD9-81ED-4DB2-BD59-A6C34878D82A}">
                    <a16:rowId xmlns:a16="http://schemas.microsoft.com/office/drawing/2014/main" val="1791887875"/>
                  </a:ext>
                </a:extLst>
              </a:tr>
              <a:tr h="238041">
                <a:tc>
                  <a:txBody>
                    <a:bodyPr/>
                    <a:lstStyle/>
                    <a:p>
                      <a:pPr algn="l" fontAlgn="base">
                        <a:lnSpc>
                          <a:spcPts val="975"/>
                        </a:lnSpc>
                        <a:buNone/>
                      </a:pPr>
                      <a:r>
                        <a:rPr lang="en-US" sz="1000" b="0">
                          <a:solidFill>
                            <a:srgbClr val="1C1C1C"/>
                          </a:solidFill>
                          <a:effectLst/>
                        </a:rPr>
                        <a:t>GSU​ &amp; HV Breaker</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Issued</a:t>
                      </a:r>
                      <a:endParaRPr lang="en-US" sz="1000" b="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GSU Delivery/Setting</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err="1">
                          <a:solidFill>
                            <a:srgbClr val="1C1C1C"/>
                          </a:solidFill>
                          <a:effectLst/>
                        </a:rPr>
                        <a:t>Evergy</a:t>
                      </a:r>
                    </a:p>
                  </a:txBody>
                  <a:tcPr marL="86801" marR="86801" marT="43401" marB="43401" anchor="ctr"/>
                </a:tc>
                <a:tc>
                  <a:txBody>
                    <a:bodyPr/>
                    <a:lstStyle/>
                    <a:p>
                      <a:pPr lvl="0" algn="ctr">
                        <a:lnSpc>
                          <a:spcPts val="975"/>
                        </a:lnSpc>
                        <a:buNone/>
                      </a:pPr>
                      <a:r>
                        <a:rPr lang="en-US" sz="1000" b="0" u="none" strike="noStrike">
                          <a:solidFill>
                            <a:srgbClr val="1C1C1C"/>
                          </a:solidFill>
                          <a:effectLst/>
                        </a:rPr>
                        <a:t>9/22/26</a:t>
                      </a:r>
                      <a:endParaRPr lang="en-US"/>
                    </a:p>
                  </a:txBody>
                  <a:tcPr marL="86801" marR="86801" marT="43401" marB="43401" anchor="ctr"/>
                </a:tc>
                <a:extLst>
                  <a:ext uri="{0D108BD9-81ED-4DB2-BD59-A6C34878D82A}">
                    <a16:rowId xmlns:a16="http://schemas.microsoft.com/office/drawing/2014/main" val="2083438896"/>
                  </a:ext>
                </a:extLst>
              </a:tr>
              <a:tr h="249381">
                <a:tc>
                  <a:txBody>
                    <a:bodyPr/>
                    <a:lstStyle/>
                    <a:p>
                      <a:pPr lvl="0" algn="l">
                        <a:lnSpc>
                          <a:spcPts val="975"/>
                        </a:lnSpc>
                        <a:buNone/>
                      </a:pPr>
                      <a:r>
                        <a:rPr lang="en-US" sz="1000" b="0">
                          <a:solidFill>
                            <a:srgbClr val="1C1C1C"/>
                          </a:solidFill>
                          <a:effectLst/>
                        </a:rPr>
                        <a:t>SCADA</a:t>
                      </a:r>
                    </a:p>
                  </a:txBody>
                  <a:tcPr marL="86801" marR="86801" marT="43401" marB="43401" anchor="ctr"/>
                </a:tc>
                <a:tc>
                  <a:txBody>
                    <a:bodyPr/>
                    <a:lstStyle/>
                    <a:p>
                      <a:pPr lvl="0" algn="ctr">
                        <a:lnSpc>
                          <a:spcPts val="1275"/>
                        </a:lnSpc>
                        <a:buNone/>
                      </a:pPr>
                      <a:r>
                        <a:rPr lang="en-US" sz="1000" b="0">
                          <a:solidFill>
                            <a:srgbClr val="1C1C1C"/>
                          </a:solidFill>
                          <a:effectLst/>
                        </a:rPr>
                        <a:t>Issued</a:t>
                      </a:r>
                    </a:p>
                  </a:txBody>
                  <a:tcPr marL="86801" marR="86801" marT="43401" marB="43401" anchor="ctr"/>
                </a:tc>
                <a:tc>
                  <a:txBody>
                    <a:bodyPr/>
                    <a:lstStyle/>
                    <a:p>
                      <a:pPr lvl="0" algn="l">
                        <a:lnSpc>
                          <a:spcPts val="1275"/>
                        </a:lnSpc>
                        <a:buNone/>
                      </a:pPr>
                      <a:r>
                        <a:rPr lang="en-US" sz="1000" b="0">
                          <a:solidFill>
                            <a:srgbClr val="1C1C1C"/>
                          </a:solidFill>
                          <a:effectLst/>
                        </a:rPr>
                        <a:t>Emerson</a:t>
                      </a:r>
                    </a:p>
                  </a:txBody>
                  <a:tcPr marL="86801" marR="86801" marT="43401" marB="43401" anchor="ctr"/>
                </a:tc>
                <a:tc>
                  <a:txBody>
                    <a:bodyPr/>
                    <a:lstStyle/>
                    <a:p>
                      <a:pPr lvl="0" algn="l">
                        <a:lnSpc>
                          <a:spcPts val="975"/>
                        </a:lnSpc>
                        <a:buNone/>
                      </a:pPr>
                      <a:r>
                        <a:rPr lang="en-US" sz="1000" b="0">
                          <a:solidFill>
                            <a:srgbClr val="1C1C1C"/>
                          </a:solidFill>
                          <a:effectLst/>
                        </a:rPr>
                        <a:t>DEPCOM</a:t>
                      </a:r>
                    </a:p>
                  </a:txBody>
                  <a:tcPr marL="86801" marR="86801" marT="43401" marB="43401" anchor="ctr"/>
                </a:tc>
                <a:tc>
                  <a:txBody>
                    <a:bodyPr/>
                    <a:lstStyle/>
                    <a:p>
                      <a:pPr lvl="0" algn="ctr">
                        <a:lnSpc>
                          <a:spcPts val="975"/>
                        </a:lnSpc>
                        <a:buNone/>
                      </a:pPr>
                      <a:r>
                        <a:rPr lang="en-US" sz="1000" b="0">
                          <a:solidFill>
                            <a:srgbClr val="1C1C1C"/>
                          </a:solidFill>
                          <a:effectLst/>
                        </a:rPr>
                        <a:t>7/31/26 (field) &amp; 10/23/26 (rack)</a:t>
                      </a:r>
                    </a:p>
                  </a:txBody>
                  <a:tcPr marL="86801" marR="86801" marT="43401" marB="43401" anchor="ctr"/>
                </a:tc>
                <a:extLst>
                  <a:ext uri="{0D108BD9-81ED-4DB2-BD59-A6C34878D82A}">
                    <a16:rowId xmlns:a16="http://schemas.microsoft.com/office/drawing/2014/main" val="3477762334"/>
                  </a:ext>
                </a:extLst>
              </a:tr>
            </a:tbl>
          </a:graphicData>
        </a:graphic>
      </p:graphicFrame>
      <p:sp>
        <p:nvSpPr>
          <p:cNvPr id="17" name="Rectangle 3">
            <a:extLst>
              <a:ext uri="{FF2B5EF4-FFF2-40B4-BE49-F238E27FC236}">
                <a16:creationId xmlns:a16="http://schemas.microsoft.com/office/drawing/2014/main" id="{294BC3DD-96DB-04B2-F35E-ECEC2D8DD07F}"/>
              </a:ext>
            </a:extLst>
          </p:cNvPr>
          <p:cNvSpPr>
            <a:spLocks noChangeArrowheads="1"/>
          </p:cNvSpPr>
          <p:nvPr/>
        </p:nvSpPr>
        <p:spPr bwMode="auto">
          <a:xfrm>
            <a:off x="838200" y="1939925"/>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en-US" altLang="en-US">
              <a:latin typeface="Arial"/>
              <a:cs typeface="Arial"/>
            </a:endParaRPr>
          </a:p>
        </p:txBody>
      </p:sp>
    </p:spTree>
    <p:extLst>
      <p:ext uri="{BB962C8B-B14F-4D97-AF65-F5344CB8AC3E}">
        <p14:creationId xmlns:p14="http://schemas.microsoft.com/office/powerpoint/2010/main" val="1899768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5301AAC-0D24-7BCA-D8EA-28C6F0AB6E27}"/>
              </a:ext>
            </a:extLst>
          </p:cNvPr>
          <p:cNvSpPr>
            <a:spLocks noGrp="1"/>
          </p:cNvSpPr>
          <p:nvPr>
            <p:ph type="title"/>
          </p:nvPr>
        </p:nvSpPr>
        <p:spPr>
          <a:xfrm>
            <a:off x="584201" y="647527"/>
            <a:ext cx="9789152" cy="561199"/>
          </a:xfrm>
        </p:spPr>
        <p:txBody>
          <a:bodyPr/>
          <a:lstStyle/>
          <a:p>
            <a:r>
              <a:rPr lang="en-US"/>
              <a:t>Project Risks &amp; Opportunities</a:t>
            </a:r>
          </a:p>
        </p:txBody>
      </p:sp>
      <p:sp>
        <p:nvSpPr>
          <p:cNvPr id="9" name="Content Placeholder 2">
            <a:extLst>
              <a:ext uri="{FF2B5EF4-FFF2-40B4-BE49-F238E27FC236}">
                <a16:creationId xmlns:a16="http://schemas.microsoft.com/office/drawing/2014/main" id="{CFA59B64-F5F2-F5C3-88D9-C2B89A1D9728}"/>
              </a:ext>
            </a:extLst>
          </p:cNvPr>
          <p:cNvSpPr>
            <a:spLocks noGrp="1"/>
          </p:cNvSpPr>
          <p:nvPr>
            <p:ph sz="half" idx="1"/>
          </p:nvPr>
        </p:nvSpPr>
        <p:spPr>
          <a:xfrm>
            <a:off x="584200" y="1583573"/>
            <a:ext cx="5245995" cy="4110125"/>
          </a:xfrm>
        </p:spPr>
        <p:txBody>
          <a:bodyPr vert="horz" lIns="91440" tIns="45720" rIns="91440" bIns="45720" rtlCol="0" anchor="t">
            <a:noAutofit/>
          </a:bodyPr>
          <a:lstStyle/>
          <a:p>
            <a:pPr marL="228600" indent="-228600">
              <a:buFont typeface="Arial" panose="020B0604020202020204" pitchFamily="34" charset="0"/>
              <a:buChar char="•"/>
            </a:pPr>
            <a:r>
              <a:rPr lang="en-US" sz="2800">
                <a:solidFill>
                  <a:schemeClr val="tx1"/>
                </a:solidFill>
                <a:latin typeface="+mn-lt"/>
                <a:cs typeface="+mn-cs"/>
              </a:rPr>
              <a:t>Landowner Access</a:t>
            </a:r>
            <a:endParaRPr lang="en-US" sz="2800">
              <a:solidFill>
                <a:schemeClr val="tx1"/>
              </a:solidFill>
              <a:latin typeface="+mn-lt"/>
              <a:cs typeface="Arial"/>
            </a:endParaRPr>
          </a:p>
          <a:p>
            <a:pPr marL="628650" lvl="2">
              <a:spcBef>
                <a:spcPts val="1000"/>
              </a:spcBef>
              <a:buFont typeface="Wingdings" panose="020B0604020202020204" pitchFamily="34" charset="0"/>
              <a:buChar char="§"/>
            </a:pPr>
            <a:r>
              <a:rPr lang="en-US" sz="2400">
                <a:solidFill>
                  <a:schemeClr val="tx1"/>
                </a:solidFill>
                <a:cs typeface="+mn-cs"/>
              </a:rPr>
              <a:t>Parcel 7 (Callerman) </a:t>
            </a:r>
            <a:endParaRPr lang="en-US" sz="2400">
              <a:solidFill>
                <a:schemeClr val="tx1"/>
              </a:solidFill>
              <a:cs typeface="Arial" panose="020B0604020202020204"/>
            </a:endParaRPr>
          </a:p>
          <a:p>
            <a:pPr marL="628650" lvl="2">
              <a:buFont typeface="Wingdings" panose="020B0604020202020204" pitchFamily="34" charset="0"/>
              <a:buChar char="§"/>
            </a:pPr>
            <a:r>
              <a:rPr lang="en-US" sz="2400">
                <a:solidFill>
                  <a:schemeClr val="tx1"/>
                </a:solidFill>
                <a:cs typeface="Arial" panose="020B0604020202020204"/>
              </a:rPr>
              <a:t>Parcel 5 (Sunflower Sky)</a:t>
            </a:r>
            <a:endParaRPr lang="en-US" sz="2400">
              <a:solidFill>
                <a:schemeClr val="tx1"/>
              </a:solidFill>
              <a:cs typeface="+mn-cs"/>
            </a:endParaRPr>
          </a:p>
          <a:p>
            <a:pPr marL="628650" lvl="2">
              <a:buFont typeface="Wingdings" panose="020B0604020202020204" pitchFamily="34" charset="0"/>
              <a:buChar char="§"/>
            </a:pPr>
            <a:r>
              <a:rPr lang="en-US" sz="2400">
                <a:solidFill>
                  <a:schemeClr val="tx1"/>
                </a:solidFill>
                <a:cs typeface="+mn-cs"/>
              </a:rPr>
              <a:t>Parcel 2 (Anderson) </a:t>
            </a:r>
            <a:r>
              <a:rPr lang="en-US" sz="2400">
                <a:solidFill>
                  <a:srgbClr val="FF0000"/>
                </a:solidFill>
                <a:cs typeface="+mn-cs"/>
              </a:rPr>
              <a:t>11/21/25</a:t>
            </a:r>
            <a:endParaRPr lang="en-US" sz="2400">
              <a:solidFill>
                <a:srgbClr val="FF0000"/>
              </a:solidFill>
              <a:cs typeface="Arial"/>
            </a:endParaRPr>
          </a:p>
          <a:p>
            <a:pPr marL="628650" lvl="2">
              <a:buFont typeface="Wingdings" panose="020B0604020202020204" pitchFamily="34" charset="0"/>
              <a:buChar char="§"/>
            </a:pPr>
            <a:r>
              <a:rPr lang="en-US" sz="2400">
                <a:solidFill>
                  <a:schemeClr val="tx1"/>
                </a:solidFill>
                <a:cs typeface="+mn-cs"/>
              </a:rPr>
              <a:t>Parcel 1 (Henderson) </a:t>
            </a:r>
            <a:r>
              <a:rPr lang="en-US" sz="2400">
                <a:solidFill>
                  <a:srgbClr val="FF0000"/>
                </a:solidFill>
                <a:cs typeface="+mn-cs"/>
              </a:rPr>
              <a:t>Mid-Dec?</a:t>
            </a:r>
            <a:endParaRPr lang="en-US" sz="2400">
              <a:solidFill>
                <a:srgbClr val="FF0000"/>
              </a:solidFill>
              <a:cs typeface="Arial"/>
            </a:endParaRPr>
          </a:p>
          <a:p>
            <a:pPr marL="628650" lvl="2">
              <a:buFont typeface="Wingdings" panose="020B0604020202020204" pitchFamily="34" charset="0"/>
              <a:buChar char="§"/>
            </a:pPr>
            <a:r>
              <a:rPr lang="en-US" sz="2400">
                <a:solidFill>
                  <a:schemeClr val="tx1"/>
                </a:solidFill>
                <a:cs typeface="Arial"/>
              </a:rPr>
              <a:t>Parcel 3 (Erbe) </a:t>
            </a:r>
            <a:r>
              <a:rPr lang="en-US" sz="2400">
                <a:solidFill>
                  <a:srgbClr val="FF0000"/>
                </a:solidFill>
                <a:cs typeface="Arial"/>
              </a:rPr>
              <a:t>1/1/26</a:t>
            </a:r>
            <a:endParaRPr lang="en-US" sz="2400">
              <a:solidFill>
                <a:srgbClr val="FF0000"/>
              </a:solidFill>
              <a:cs typeface="+mn-cs"/>
            </a:endParaRPr>
          </a:p>
          <a:p>
            <a:pPr marL="228600" indent="-228600">
              <a:buFont typeface="Arial" panose="020B0604020202020204" pitchFamily="34" charset="0"/>
              <a:buChar char="•"/>
            </a:pPr>
            <a:r>
              <a:rPr lang="en-US" sz="2800">
                <a:solidFill>
                  <a:schemeClr val="tx1"/>
                </a:solidFill>
                <a:latin typeface="+mn-lt"/>
                <a:cs typeface="+mn-cs"/>
              </a:rPr>
              <a:t>Pile Driving Methodology</a:t>
            </a:r>
            <a:endParaRPr lang="en-US" sz="2800">
              <a:solidFill>
                <a:schemeClr val="tx1"/>
              </a:solidFill>
              <a:latin typeface="+mn-lt"/>
              <a:cs typeface="Arial"/>
            </a:endParaRPr>
          </a:p>
          <a:p>
            <a:pPr marL="228600" indent="-228600">
              <a:buFont typeface="Arial" panose="020B0604020202020204" pitchFamily="34" charset="0"/>
              <a:buChar char="•"/>
            </a:pPr>
            <a:r>
              <a:rPr lang="en-US" sz="2800">
                <a:solidFill>
                  <a:schemeClr val="tx1"/>
                </a:solidFill>
                <a:latin typeface="+mn-lt"/>
                <a:cs typeface="+mn-cs"/>
              </a:rPr>
              <a:t>Gas Line Crossings</a:t>
            </a:r>
            <a:endParaRPr lang="en-US" sz="2800">
              <a:solidFill>
                <a:schemeClr val="tx1"/>
              </a:solidFill>
              <a:latin typeface="+mn-lt"/>
              <a:cs typeface="Arial"/>
            </a:endParaRPr>
          </a:p>
          <a:p>
            <a:pPr marL="228600" indent="-228600">
              <a:buFont typeface="Arial" panose="020B0604020202020204" pitchFamily="34" charset="0"/>
              <a:buChar char="•"/>
            </a:pPr>
            <a:r>
              <a:rPr lang="en-US" sz="2800">
                <a:solidFill>
                  <a:schemeClr val="tx1"/>
                </a:solidFill>
                <a:latin typeface="+mn-lt"/>
                <a:cs typeface="+mn-cs"/>
              </a:rPr>
              <a:t>Vegetation / Stabilization</a:t>
            </a:r>
            <a:endParaRPr lang="en-US" sz="2800">
              <a:solidFill>
                <a:schemeClr val="tx1"/>
              </a:solidFill>
              <a:latin typeface="+mn-lt"/>
              <a:cs typeface="Arial"/>
            </a:endParaRPr>
          </a:p>
          <a:p>
            <a:endParaRPr lang="en-US"/>
          </a:p>
        </p:txBody>
      </p:sp>
      <p:sp>
        <p:nvSpPr>
          <p:cNvPr id="11" name="Content Placeholder 2">
            <a:extLst>
              <a:ext uri="{FF2B5EF4-FFF2-40B4-BE49-F238E27FC236}">
                <a16:creationId xmlns:a16="http://schemas.microsoft.com/office/drawing/2014/main" id="{ABC4EE03-6972-B0E1-AA86-6BC3F21C0F22}"/>
              </a:ext>
            </a:extLst>
          </p:cNvPr>
          <p:cNvSpPr txBox="1">
            <a:spLocks/>
          </p:cNvSpPr>
          <p:nvPr/>
        </p:nvSpPr>
        <p:spPr>
          <a:xfrm>
            <a:off x="6596487" y="1585720"/>
            <a:ext cx="5245995" cy="41101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tx1"/>
                </a:solidFill>
              </a:rPr>
              <a:t>Trench SC34 to SC33</a:t>
            </a:r>
            <a:endParaRPr lang="en-US">
              <a:solidFill>
                <a:schemeClr val="tx1"/>
              </a:solidFill>
              <a:cs typeface="Arial"/>
            </a:endParaRPr>
          </a:p>
          <a:p>
            <a:r>
              <a:rPr lang="en-US">
                <a:solidFill>
                  <a:schemeClr val="tx1"/>
                </a:solidFill>
              </a:rPr>
              <a:t>Fence Isolation Panel Alternative (gap)</a:t>
            </a:r>
            <a:endParaRPr lang="en-US">
              <a:solidFill>
                <a:schemeClr val="tx1"/>
              </a:solidFill>
              <a:cs typeface="Arial"/>
            </a:endParaRPr>
          </a:p>
          <a:p>
            <a:endParaRPr lang="en-US">
              <a:solidFill>
                <a:schemeClr val="tx1"/>
              </a:solidFill>
              <a:cs typeface="Arial"/>
            </a:endParaRPr>
          </a:p>
        </p:txBody>
      </p:sp>
      <p:pic>
        <p:nvPicPr>
          <p:cNvPr id="12" name="Graphic 11" descr="Checkmark with solid fill">
            <a:extLst>
              <a:ext uri="{FF2B5EF4-FFF2-40B4-BE49-F238E27FC236}">
                <a16:creationId xmlns:a16="http://schemas.microsoft.com/office/drawing/2014/main" id="{52D76EC9-9717-2119-3A4D-E2C2BCCC29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89927" y="2038081"/>
            <a:ext cx="399246" cy="452908"/>
          </a:xfrm>
          <a:prstGeom prst="rect">
            <a:avLst/>
          </a:prstGeom>
        </p:spPr>
      </p:pic>
      <p:pic>
        <p:nvPicPr>
          <p:cNvPr id="13" name="Graphic 12" descr="Checkmark with solid fill">
            <a:extLst>
              <a:ext uri="{FF2B5EF4-FFF2-40B4-BE49-F238E27FC236}">
                <a16:creationId xmlns:a16="http://schemas.microsoft.com/office/drawing/2014/main" id="{49F23EC9-2A78-AAFD-7268-51C2044830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05082" y="2488841"/>
            <a:ext cx="399246" cy="452908"/>
          </a:xfrm>
          <a:prstGeom prst="rect">
            <a:avLst/>
          </a:prstGeom>
        </p:spPr>
      </p:pic>
    </p:spTree>
    <p:extLst>
      <p:ext uri="{BB962C8B-B14F-4D97-AF65-F5344CB8AC3E}">
        <p14:creationId xmlns:p14="http://schemas.microsoft.com/office/powerpoint/2010/main" val="4142176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31960-5E56-5393-F512-36B4A19DF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76AA1-CB96-5304-CA74-907B5E18CE13}"/>
              </a:ext>
            </a:extLst>
          </p:cNvPr>
          <p:cNvSpPr>
            <a:spLocks noGrp="1"/>
          </p:cNvSpPr>
          <p:nvPr>
            <p:ph type="title"/>
          </p:nvPr>
        </p:nvSpPr>
        <p:spPr/>
        <p:txBody>
          <a:bodyPr/>
          <a:lstStyle/>
          <a:p>
            <a:r>
              <a:rPr lang="en-US"/>
              <a:t>Design and Engineering Schedule</a:t>
            </a:r>
          </a:p>
        </p:txBody>
      </p:sp>
      <p:graphicFrame>
        <p:nvGraphicFramePr>
          <p:cNvPr id="8" name="Table 7">
            <a:extLst>
              <a:ext uri="{FF2B5EF4-FFF2-40B4-BE49-F238E27FC236}">
                <a16:creationId xmlns:a16="http://schemas.microsoft.com/office/drawing/2014/main" id="{9E257805-F5A6-59D6-61AD-0C1E683A1271}"/>
              </a:ext>
            </a:extLst>
          </p:cNvPr>
          <p:cNvGraphicFramePr>
            <a:graphicFrameLocks noGrp="1"/>
          </p:cNvGraphicFramePr>
          <p:nvPr>
            <p:extLst>
              <p:ext uri="{D42A27DB-BD31-4B8C-83A1-F6EECF244321}">
                <p14:modId xmlns:p14="http://schemas.microsoft.com/office/powerpoint/2010/main" val="2058818526"/>
              </p:ext>
            </p:extLst>
          </p:nvPr>
        </p:nvGraphicFramePr>
        <p:xfrm>
          <a:off x="916608" y="1258956"/>
          <a:ext cx="10363753" cy="4728148"/>
        </p:xfrm>
        <a:graphic>
          <a:graphicData uri="http://schemas.openxmlformats.org/drawingml/2006/table">
            <a:tbl>
              <a:tblPr bandRow="1">
                <a:tableStyleId>{5C22544A-7EE6-4342-B048-85BDC9FD1C3A}</a:tableStyleId>
              </a:tblPr>
              <a:tblGrid>
                <a:gridCol w="3924528">
                  <a:extLst>
                    <a:ext uri="{9D8B030D-6E8A-4147-A177-3AD203B41FA5}">
                      <a16:colId xmlns:a16="http://schemas.microsoft.com/office/drawing/2014/main" val="2832289753"/>
                    </a:ext>
                  </a:extLst>
                </a:gridCol>
                <a:gridCol w="2984641">
                  <a:extLst>
                    <a:ext uri="{9D8B030D-6E8A-4147-A177-3AD203B41FA5}">
                      <a16:colId xmlns:a16="http://schemas.microsoft.com/office/drawing/2014/main" val="2144193481"/>
                    </a:ext>
                  </a:extLst>
                </a:gridCol>
                <a:gridCol w="3454584">
                  <a:extLst>
                    <a:ext uri="{9D8B030D-6E8A-4147-A177-3AD203B41FA5}">
                      <a16:colId xmlns:a16="http://schemas.microsoft.com/office/drawing/2014/main" val="3637182143"/>
                    </a:ext>
                  </a:extLst>
                </a:gridCol>
              </a:tblGrid>
              <a:tr h="665177">
                <a:tc>
                  <a:txBody>
                    <a:bodyPr/>
                    <a:lstStyle/>
                    <a:p>
                      <a:pPr algn="l" fontAlgn="base">
                        <a:lnSpc>
                          <a:spcPts val="2175"/>
                        </a:lnSpc>
                        <a:buNone/>
                      </a:pPr>
                      <a:r>
                        <a:rPr lang="en-US" sz="1800" b="1" kern="1200">
                          <a:solidFill>
                            <a:schemeClr val="lt1"/>
                          </a:solidFill>
                          <a:latin typeface="+mn-lt"/>
                          <a:ea typeface="+mn-ea"/>
                          <a:cs typeface="+mn-cs"/>
                        </a:rPr>
                        <a:t>Drawing</a:t>
                      </a:r>
                      <a:r>
                        <a:rPr lang="en-US" sz="1800" b="1">
                          <a:solidFill>
                            <a:srgbClr val="1C1C1C"/>
                          </a:solidFill>
                          <a:effectLst/>
                        </a:rPr>
                        <a:t> </a:t>
                      </a:r>
                      <a:r>
                        <a:rPr lang="en-US" sz="1800" b="1" kern="1200">
                          <a:solidFill>
                            <a:schemeClr val="lt1"/>
                          </a:solidFill>
                          <a:latin typeface="+mn-lt"/>
                          <a:ea typeface="+mn-ea"/>
                          <a:cs typeface="+mn-cs"/>
                        </a:rPr>
                        <a:t>Package</a:t>
                      </a:r>
                      <a:r>
                        <a:rPr lang="en-US" sz="1800" b="1">
                          <a:solidFill>
                            <a:srgbClr val="1C1C1C"/>
                          </a:solidFill>
                          <a:effectLst/>
                        </a:rPr>
                        <a:t> </a:t>
                      </a:r>
                      <a:endParaRPr lang="en-US" b="1">
                        <a:solidFill>
                          <a:srgbClr val="FFFFFF"/>
                        </a:solidFill>
                        <a:effectLst/>
                      </a:endParaRP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34290" cap="flat" cmpd="sng" algn="ctr">
                      <a:solidFill>
                        <a:srgbClr val="FFFFFF"/>
                      </a:solidFill>
                      <a:prstDash val="solid"/>
                      <a:round/>
                      <a:headEnd type="none" w="med" len="med"/>
                      <a:tailEnd type="none" w="med" len="med"/>
                    </a:lnB>
                    <a:solidFill>
                      <a:srgbClr val="F2802F"/>
                    </a:solidFill>
                  </a:tcPr>
                </a:tc>
                <a:tc>
                  <a:txBody>
                    <a:bodyPr/>
                    <a:lstStyle/>
                    <a:p>
                      <a:pPr algn="ctr" fontAlgn="base">
                        <a:lnSpc>
                          <a:spcPts val="2175"/>
                        </a:lnSpc>
                        <a:buNone/>
                      </a:pPr>
                      <a:r>
                        <a:rPr lang="en-US" sz="1800" b="1" kern="1200">
                          <a:solidFill>
                            <a:schemeClr val="lt1"/>
                          </a:solidFill>
                          <a:latin typeface="+mn-lt"/>
                          <a:ea typeface="+mn-ea"/>
                          <a:cs typeface="+mn-cs"/>
                        </a:rPr>
                        <a:t>90%</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34290" cap="flat" cmpd="sng" algn="ctr">
                      <a:solidFill>
                        <a:srgbClr val="FFFFFF"/>
                      </a:solidFill>
                      <a:prstDash val="solid"/>
                      <a:round/>
                      <a:headEnd type="none" w="med" len="med"/>
                      <a:tailEnd type="none" w="med" len="med"/>
                    </a:lnB>
                    <a:solidFill>
                      <a:srgbClr val="F2802F"/>
                    </a:solidFill>
                  </a:tcPr>
                </a:tc>
                <a:tc>
                  <a:txBody>
                    <a:bodyPr/>
                    <a:lstStyle/>
                    <a:p>
                      <a:pPr algn="ctr" fontAlgn="base">
                        <a:lnSpc>
                          <a:spcPts val="2175"/>
                        </a:lnSpc>
                        <a:buNone/>
                      </a:pPr>
                      <a:r>
                        <a:rPr lang="en-US" sz="1800" b="1" kern="1200">
                          <a:solidFill>
                            <a:schemeClr val="lt1"/>
                          </a:solidFill>
                          <a:latin typeface="+mn-lt"/>
                          <a:ea typeface="+mn-ea"/>
                          <a:cs typeface="+mn-cs"/>
                        </a:rPr>
                        <a:t>IFC</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34290" cap="flat" cmpd="sng" algn="ctr">
                      <a:solidFill>
                        <a:srgbClr val="FFFFFF"/>
                      </a:solidFill>
                      <a:prstDash val="solid"/>
                      <a:round/>
                      <a:headEnd type="none" w="med" len="med"/>
                      <a:tailEnd type="none" w="med" len="med"/>
                    </a:lnB>
                    <a:solidFill>
                      <a:srgbClr val="F2802F"/>
                    </a:solidFill>
                  </a:tcPr>
                </a:tc>
                <a:extLst>
                  <a:ext uri="{0D108BD9-81ED-4DB2-BD59-A6C34878D82A}">
                    <a16:rowId xmlns:a16="http://schemas.microsoft.com/office/drawing/2014/main" val="537083200"/>
                  </a:ext>
                </a:extLst>
              </a:tr>
              <a:tr h="665177">
                <a:tc>
                  <a:txBody>
                    <a:bodyPr/>
                    <a:lstStyle/>
                    <a:p>
                      <a:pPr fontAlgn="base">
                        <a:lnSpc>
                          <a:spcPts val="2175"/>
                        </a:lnSpc>
                        <a:buNone/>
                      </a:pPr>
                      <a:r>
                        <a:rPr lang="en-US" sz="1800">
                          <a:solidFill>
                            <a:srgbClr val="1C1C1C"/>
                          </a:solidFill>
                          <a:effectLst/>
                        </a:rPr>
                        <a:t>Civil</a:t>
                      </a:r>
                      <a:endParaRPr lang="en-US">
                        <a:solidFill>
                          <a:srgbClr val="1C1C1C"/>
                        </a:solidFill>
                        <a:effectLst/>
                      </a:endParaRP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3429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AD8CD"/>
                    </a:solidFill>
                  </a:tcPr>
                </a:tc>
                <a:tc>
                  <a:txBody>
                    <a:bodyPr/>
                    <a:lstStyle/>
                    <a:p>
                      <a:pPr algn="ctr" fontAlgn="base">
                        <a:lnSpc>
                          <a:spcPts val="2175"/>
                        </a:lnSpc>
                        <a:buNone/>
                      </a:pPr>
                      <a:r>
                        <a:rPr lang="en-US" sz="1800">
                          <a:solidFill>
                            <a:srgbClr val="1C1C1C"/>
                          </a:solidFill>
                          <a:effectLst/>
                        </a:rPr>
                        <a:t>Completed</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3429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AD8CD"/>
                    </a:solidFill>
                  </a:tcPr>
                </a:tc>
                <a:tc>
                  <a:txBody>
                    <a:bodyPr/>
                    <a:lstStyle/>
                    <a:p>
                      <a:pPr algn="ctr" fontAlgn="base">
                        <a:lnSpc>
                          <a:spcPts val="2175"/>
                        </a:lnSpc>
                        <a:buNone/>
                      </a:pPr>
                      <a:r>
                        <a:rPr lang="en-US" sz="1800">
                          <a:solidFill>
                            <a:srgbClr val="1C1C1C"/>
                          </a:solidFill>
                          <a:effectLst/>
                        </a:rPr>
                        <a:t>11/21/25</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3429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AD8CD"/>
                    </a:solidFill>
                  </a:tcPr>
                </a:tc>
                <a:extLst>
                  <a:ext uri="{0D108BD9-81ED-4DB2-BD59-A6C34878D82A}">
                    <a16:rowId xmlns:a16="http://schemas.microsoft.com/office/drawing/2014/main" val="2463990524"/>
                  </a:ext>
                </a:extLst>
              </a:tr>
              <a:tr h="665177">
                <a:tc>
                  <a:txBody>
                    <a:bodyPr/>
                    <a:lstStyle/>
                    <a:p>
                      <a:pPr fontAlgn="base">
                        <a:lnSpc>
                          <a:spcPts val="2175"/>
                        </a:lnSpc>
                        <a:buNone/>
                      </a:pPr>
                      <a:r>
                        <a:rPr lang="en-US" sz="1800">
                          <a:solidFill>
                            <a:srgbClr val="1C1C1C"/>
                          </a:solidFill>
                          <a:effectLst/>
                        </a:rPr>
                        <a:t>Electrical</a:t>
                      </a:r>
                      <a:endParaRPr lang="en-US">
                        <a:solidFill>
                          <a:srgbClr val="1C1C1C"/>
                        </a:solidFill>
                        <a:effectLst/>
                      </a:endParaRP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tc>
                  <a:txBody>
                    <a:bodyPr/>
                    <a:lstStyle/>
                    <a:p>
                      <a:pPr algn="ctr" fontAlgn="base">
                        <a:lnSpc>
                          <a:spcPts val="2175"/>
                        </a:lnSpc>
                        <a:buNone/>
                      </a:pPr>
                      <a:r>
                        <a:rPr lang="en-US" sz="1800">
                          <a:solidFill>
                            <a:srgbClr val="1C1C1C"/>
                          </a:solidFill>
                          <a:effectLst/>
                        </a:rPr>
                        <a:t>Completed </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tc>
                  <a:txBody>
                    <a:bodyPr/>
                    <a:lstStyle/>
                    <a:p>
                      <a:pPr algn="ctr" fontAlgn="base">
                        <a:lnSpc>
                          <a:spcPts val="2175"/>
                        </a:lnSpc>
                        <a:buNone/>
                      </a:pPr>
                      <a:r>
                        <a:rPr lang="en-US" sz="1800">
                          <a:solidFill>
                            <a:srgbClr val="1C1C1C"/>
                          </a:solidFill>
                          <a:effectLst/>
                        </a:rPr>
                        <a:t>12/5/25</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extLst>
                  <a:ext uri="{0D108BD9-81ED-4DB2-BD59-A6C34878D82A}">
                    <a16:rowId xmlns:a16="http://schemas.microsoft.com/office/drawing/2014/main" val="2620944751"/>
                  </a:ext>
                </a:extLst>
              </a:tr>
              <a:tr h="737088">
                <a:tc>
                  <a:txBody>
                    <a:bodyPr/>
                    <a:lstStyle/>
                    <a:p>
                      <a:pPr fontAlgn="base">
                        <a:lnSpc>
                          <a:spcPts val="2175"/>
                        </a:lnSpc>
                        <a:buNone/>
                      </a:pPr>
                      <a:r>
                        <a:rPr lang="en-US" sz="1800">
                          <a:solidFill>
                            <a:srgbClr val="1C1C1C"/>
                          </a:solidFill>
                          <a:effectLst/>
                        </a:rPr>
                        <a:t>Foundations</a:t>
                      </a:r>
                      <a:endParaRPr lang="en-US">
                        <a:solidFill>
                          <a:srgbClr val="1C1C1C"/>
                        </a:solidFill>
                        <a:effectLst/>
                      </a:endParaRP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AD8CD"/>
                    </a:solidFill>
                  </a:tcPr>
                </a:tc>
                <a:tc>
                  <a:txBody>
                    <a:bodyPr/>
                    <a:lstStyle/>
                    <a:p>
                      <a:pPr lvl="0" algn="ctr">
                        <a:lnSpc>
                          <a:spcPts val="2175"/>
                        </a:lnSpc>
                        <a:buNone/>
                      </a:pPr>
                      <a:r>
                        <a:rPr lang="en-US" sz="1800">
                          <a:solidFill>
                            <a:srgbClr val="1C1C1C"/>
                          </a:solidFill>
                          <a:effectLst/>
                        </a:rPr>
                        <a:t>Completed</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AD8CD"/>
                    </a:solidFill>
                  </a:tcPr>
                </a:tc>
                <a:tc>
                  <a:txBody>
                    <a:bodyPr/>
                    <a:lstStyle/>
                    <a:p>
                      <a:pPr lvl="0" algn="ctr">
                        <a:lnSpc>
                          <a:spcPts val="2175"/>
                        </a:lnSpc>
                        <a:buNone/>
                      </a:pPr>
                      <a:r>
                        <a:rPr lang="en-US" sz="1800">
                          <a:solidFill>
                            <a:srgbClr val="1C1C1C"/>
                          </a:solidFill>
                          <a:effectLst/>
                        </a:rPr>
                        <a:t>12/19/25</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AD8CD"/>
                    </a:solidFill>
                  </a:tcPr>
                </a:tc>
                <a:extLst>
                  <a:ext uri="{0D108BD9-81ED-4DB2-BD59-A6C34878D82A}">
                    <a16:rowId xmlns:a16="http://schemas.microsoft.com/office/drawing/2014/main" val="2927397112"/>
                  </a:ext>
                </a:extLst>
              </a:tr>
              <a:tr h="665177">
                <a:tc>
                  <a:txBody>
                    <a:bodyPr/>
                    <a:lstStyle/>
                    <a:p>
                      <a:pPr fontAlgn="base">
                        <a:lnSpc>
                          <a:spcPts val="2175"/>
                        </a:lnSpc>
                        <a:buNone/>
                      </a:pPr>
                      <a:r>
                        <a:rPr lang="en-US" sz="1800">
                          <a:solidFill>
                            <a:srgbClr val="1C1C1C"/>
                          </a:solidFill>
                          <a:effectLst/>
                        </a:rPr>
                        <a:t>Racking</a:t>
                      </a:r>
                      <a:endParaRPr lang="en-US">
                        <a:solidFill>
                          <a:srgbClr val="1C1C1C"/>
                        </a:solidFill>
                        <a:effectLst/>
                      </a:endParaRP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tc>
                  <a:txBody>
                    <a:bodyPr/>
                    <a:lstStyle/>
                    <a:p>
                      <a:pPr lvl="0" algn="ctr">
                        <a:lnSpc>
                          <a:spcPts val="2175"/>
                        </a:lnSpc>
                        <a:buNone/>
                      </a:pPr>
                      <a:r>
                        <a:rPr lang="en-US" sz="1800">
                          <a:solidFill>
                            <a:srgbClr val="1C1C1C"/>
                          </a:solidFill>
                          <a:effectLst/>
                        </a:rPr>
                        <a:t>Completed </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tc>
                  <a:txBody>
                    <a:bodyPr/>
                    <a:lstStyle/>
                    <a:p>
                      <a:pPr lvl="0" algn="ctr">
                        <a:lnSpc>
                          <a:spcPts val="2175"/>
                        </a:lnSpc>
                        <a:buNone/>
                      </a:pPr>
                      <a:r>
                        <a:rPr lang="en-US" sz="1800">
                          <a:solidFill>
                            <a:srgbClr val="1C1C1C"/>
                          </a:solidFill>
                          <a:effectLst/>
                        </a:rPr>
                        <a:t>12/5/25</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extLst>
                  <a:ext uri="{0D108BD9-81ED-4DB2-BD59-A6C34878D82A}">
                    <a16:rowId xmlns:a16="http://schemas.microsoft.com/office/drawing/2014/main" val="36528551"/>
                  </a:ext>
                </a:extLst>
              </a:tr>
              <a:tr h="665176">
                <a:tc>
                  <a:txBody>
                    <a:bodyPr/>
                    <a:lstStyle/>
                    <a:p>
                      <a:pPr lvl="0">
                        <a:lnSpc>
                          <a:spcPts val="2175"/>
                        </a:lnSpc>
                        <a:buNone/>
                      </a:pPr>
                      <a:r>
                        <a:rPr lang="en-US" sz="1800">
                          <a:solidFill>
                            <a:srgbClr val="1C1C1C"/>
                          </a:solidFill>
                          <a:effectLst/>
                        </a:rPr>
                        <a:t>O&amp;M</a:t>
                      </a:r>
                      <a:endParaRPr lang="en-US">
                        <a:solidFill>
                          <a:srgbClr val="1C1C1C"/>
                        </a:solidFill>
                        <a:effectLst/>
                      </a:endParaRP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AD8CD"/>
                    </a:solidFill>
                  </a:tcPr>
                </a:tc>
                <a:tc>
                  <a:txBody>
                    <a:bodyPr/>
                    <a:lstStyle/>
                    <a:p>
                      <a:pPr lvl="0" algn="ctr">
                        <a:lnSpc>
                          <a:spcPts val="2175"/>
                        </a:lnSpc>
                        <a:buNone/>
                      </a:pPr>
                      <a:r>
                        <a:rPr lang="en-US" sz="1800">
                          <a:solidFill>
                            <a:srgbClr val="1C1C1C"/>
                          </a:solidFill>
                          <a:effectLst/>
                        </a:rPr>
                        <a:t>12/16/25</a:t>
                      </a: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34290" cap="flat" cmpd="sng" algn="ctr">
                      <a:solidFill>
                        <a:srgbClr val="FFFFFF"/>
                      </a:solidFill>
                      <a:prstDash val="solid"/>
                      <a:round/>
                      <a:headEnd type="none" w="med" len="med"/>
                      <a:tailEnd type="none" w="med" len="med"/>
                    </a:lnB>
                    <a:solidFill>
                      <a:srgbClr val="FAD8CD"/>
                    </a:solidFill>
                  </a:tcPr>
                </a:tc>
                <a:tc>
                  <a:txBody>
                    <a:bodyPr/>
                    <a:lstStyle/>
                    <a:p>
                      <a:pPr lvl="0" algn="ctr">
                        <a:lnSpc>
                          <a:spcPts val="2175"/>
                        </a:lnSpc>
                        <a:buNone/>
                      </a:pPr>
                      <a:r>
                        <a:rPr lang="en-US" sz="1800">
                          <a:solidFill>
                            <a:srgbClr val="1C1C1C"/>
                          </a:solidFill>
                          <a:effectLst/>
                        </a:rPr>
                        <a:t>1/14/26</a:t>
                      </a:r>
                      <a:endParaRPr lang="en-US"/>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34290" cap="flat" cmpd="sng" algn="ctr">
                      <a:solidFill>
                        <a:srgbClr val="FFFFFF"/>
                      </a:solidFill>
                      <a:prstDash val="solid"/>
                      <a:round/>
                      <a:headEnd type="none" w="med" len="med"/>
                      <a:tailEnd type="none" w="med" len="med"/>
                    </a:lnB>
                    <a:solidFill>
                      <a:srgbClr val="FAD8CD"/>
                    </a:solidFill>
                  </a:tcPr>
                </a:tc>
                <a:extLst>
                  <a:ext uri="{0D108BD9-81ED-4DB2-BD59-A6C34878D82A}">
                    <a16:rowId xmlns:a16="http://schemas.microsoft.com/office/drawing/2014/main" val="2567249562"/>
                  </a:ext>
                </a:extLst>
              </a:tr>
              <a:tr h="665176">
                <a:tc>
                  <a:txBody>
                    <a:bodyPr/>
                    <a:lstStyle/>
                    <a:p>
                      <a:pPr lvl="0">
                        <a:lnSpc>
                          <a:spcPts val="2175"/>
                        </a:lnSpc>
                        <a:buNone/>
                      </a:pPr>
                      <a:r>
                        <a:rPr lang="en-US" sz="1800">
                          <a:solidFill>
                            <a:srgbClr val="1C1C1C"/>
                          </a:solidFill>
                          <a:effectLst/>
                        </a:rPr>
                        <a:t>Substation</a:t>
                      </a:r>
                      <a:endParaRPr lang="en-US">
                        <a:solidFill>
                          <a:srgbClr val="1C1C1C"/>
                        </a:solidFill>
                        <a:effectLst/>
                      </a:endParaRPr>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1143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tc>
                  <a:txBody>
                    <a:bodyPr/>
                    <a:lstStyle/>
                    <a:p>
                      <a:pPr lvl="0" algn="ctr">
                        <a:lnSpc>
                          <a:spcPts val="2175"/>
                        </a:lnSpc>
                        <a:buNone/>
                      </a:pPr>
                      <a:r>
                        <a:rPr lang="en-US" sz="1800">
                          <a:solidFill>
                            <a:srgbClr val="1C1C1C"/>
                          </a:solidFill>
                          <a:effectLst/>
                        </a:rPr>
                        <a:t>3/17/26</a:t>
                      </a:r>
                      <a:endParaRPr lang="en-US"/>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3429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tc>
                  <a:txBody>
                    <a:bodyPr/>
                    <a:lstStyle/>
                    <a:p>
                      <a:pPr lvl="0" algn="ctr">
                        <a:lnSpc>
                          <a:spcPts val="2175"/>
                        </a:lnSpc>
                        <a:buNone/>
                      </a:pPr>
                      <a:r>
                        <a:rPr lang="en-US" sz="1800">
                          <a:solidFill>
                            <a:srgbClr val="1C1C1C"/>
                          </a:solidFill>
                          <a:effectLst/>
                        </a:rPr>
                        <a:t>4/29/26</a:t>
                      </a:r>
                      <a:endParaRPr lang="en-US"/>
                    </a:p>
                  </a:txBody>
                  <a:tcPr anchor="ctr">
                    <a:lnL w="11430" cap="flat" cmpd="sng" algn="ctr">
                      <a:solidFill>
                        <a:srgbClr val="FFFFFF"/>
                      </a:solidFill>
                      <a:prstDash val="solid"/>
                      <a:round/>
                      <a:headEnd type="none" w="med" len="med"/>
                      <a:tailEnd type="none" w="med" len="med"/>
                    </a:lnL>
                    <a:lnR w="11430" cap="flat" cmpd="sng" algn="ctr">
                      <a:solidFill>
                        <a:srgbClr val="FFFFFF"/>
                      </a:solidFill>
                      <a:prstDash val="solid"/>
                      <a:round/>
                      <a:headEnd type="none" w="med" len="med"/>
                      <a:tailEnd type="none" w="med" len="med"/>
                    </a:lnR>
                    <a:lnT w="34290" cap="flat" cmpd="sng" algn="ctr">
                      <a:solidFill>
                        <a:srgbClr val="FFFFFF"/>
                      </a:solidFill>
                      <a:prstDash val="solid"/>
                      <a:round/>
                      <a:headEnd type="none" w="med" len="med"/>
                      <a:tailEnd type="none" w="med" len="med"/>
                    </a:lnT>
                    <a:lnB w="11430" cap="flat" cmpd="sng" algn="ctr">
                      <a:solidFill>
                        <a:srgbClr val="FFFFFF"/>
                      </a:solidFill>
                      <a:prstDash val="solid"/>
                      <a:round/>
                      <a:headEnd type="none" w="med" len="med"/>
                      <a:tailEnd type="none" w="med" len="med"/>
                    </a:lnB>
                    <a:solidFill>
                      <a:srgbClr val="FCEDE8"/>
                    </a:solidFill>
                  </a:tcPr>
                </a:tc>
                <a:extLst>
                  <a:ext uri="{0D108BD9-81ED-4DB2-BD59-A6C34878D82A}">
                    <a16:rowId xmlns:a16="http://schemas.microsoft.com/office/drawing/2014/main" val="2456245388"/>
                  </a:ext>
                </a:extLst>
              </a:tr>
            </a:tbl>
          </a:graphicData>
        </a:graphic>
      </p:graphicFrame>
    </p:spTree>
    <p:extLst>
      <p:ext uri="{BB962C8B-B14F-4D97-AF65-F5344CB8AC3E}">
        <p14:creationId xmlns:p14="http://schemas.microsoft.com/office/powerpoint/2010/main" val="2809017687"/>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F73B5-57C6-343D-E23C-D545EC3A2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89941-7C17-FA29-268A-8D357A4E9527}"/>
              </a:ext>
            </a:extLst>
          </p:cNvPr>
          <p:cNvSpPr>
            <a:spLocks noGrp="1"/>
          </p:cNvSpPr>
          <p:nvPr>
            <p:ph type="title"/>
          </p:nvPr>
        </p:nvSpPr>
        <p:spPr/>
        <p:txBody>
          <a:bodyPr/>
          <a:lstStyle/>
          <a:p>
            <a:r>
              <a:rPr lang="en-US"/>
              <a:t>Subcontractors and Other Key Stakeholders</a:t>
            </a:r>
          </a:p>
        </p:txBody>
      </p:sp>
      <p:graphicFrame>
        <p:nvGraphicFramePr>
          <p:cNvPr id="3" name="Table 2">
            <a:extLst>
              <a:ext uri="{FF2B5EF4-FFF2-40B4-BE49-F238E27FC236}">
                <a16:creationId xmlns:a16="http://schemas.microsoft.com/office/drawing/2014/main" id="{D153BC05-4FB8-54E2-4A0F-3003AA1BBB46}"/>
              </a:ext>
            </a:extLst>
          </p:cNvPr>
          <p:cNvGraphicFramePr>
            <a:graphicFrameLocks noGrp="1"/>
          </p:cNvGraphicFramePr>
          <p:nvPr>
            <p:extLst>
              <p:ext uri="{D42A27DB-BD31-4B8C-83A1-F6EECF244321}">
                <p14:modId xmlns:p14="http://schemas.microsoft.com/office/powerpoint/2010/main" val="4145131844"/>
              </p:ext>
            </p:extLst>
          </p:nvPr>
        </p:nvGraphicFramePr>
        <p:xfrm>
          <a:off x="622662" y="1319887"/>
          <a:ext cx="10504954" cy="4611292"/>
        </p:xfrm>
        <a:graphic>
          <a:graphicData uri="http://schemas.openxmlformats.org/drawingml/2006/table">
            <a:tbl>
              <a:tblPr firstRow="1" bandRow="1">
                <a:tableStyleId>{5C22544A-7EE6-4342-B048-85BDC9FD1C3A}</a:tableStyleId>
              </a:tblPr>
              <a:tblGrid>
                <a:gridCol w="5252477">
                  <a:extLst>
                    <a:ext uri="{9D8B030D-6E8A-4147-A177-3AD203B41FA5}">
                      <a16:colId xmlns:a16="http://schemas.microsoft.com/office/drawing/2014/main" val="1744722345"/>
                    </a:ext>
                  </a:extLst>
                </a:gridCol>
                <a:gridCol w="5252477">
                  <a:extLst>
                    <a:ext uri="{9D8B030D-6E8A-4147-A177-3AD203B41FA5}">
                      <a16:colId xmlns:a16="http://schemas.microsoft.com/office/drawing/2014/main" val="2304221896"/>
                    </a:ext>
                  </a:extLst>
                </a:gridCol>
              </a:tblGrid>
              <a:tr h="571290">
                <a:tc>
                  <a:txBody>
                    <a:bodyPr/>
                    <a:lstStyle/>
                    <a:p>
                      <a:r>
                        <a:rPr lang="en-US"/>
                        <a:t>Scope</a:t>
                      </a:r>
                    </a:p>
                  </a:txBody>
                  <a:tcPr/>
                </a:tc>
                <a:tc>
                  <a:txBody>
                    <a:bodyPr/>
                    <a:lstStyle/>
                    <a:p>
                      <a:pPr lvl="0">
                        <a:buNone/>
                      </a:pPr>
                      <a:r>
                        <a:rPr lang="en-US"/>
                        <a:t>Company</a:t>
                      </a:r>
                    </a:p>
                  </a:txBody>
                  <a:tcPr/>
                </a:tc>
                <a:extLst>
                  <a:ext uri="{0D108BD9-81ED-4DB2-BD59-A6C34878D82A}">
                    <a16:rowId xmlns:a16="http://schemas.microsoft.com/office/drawing/2014/main" val="3185886936"/>
                  </a:ext>
                </a:extLst>
              </a:tr>
              <a:tr h="571290">
                <a:tc>
                  <a:txBody>
                    <a:bodyPr/>
                    <a:lstStyle/>
                    <a:p>
                      <a:pPr lvl="0">
                        <a:buNone/>
                      </a:pPr>
                      <a:r>
                        <a:rPr lang="en-US" sz="1600" u="none" strike="noStrike" noProof="0">
                          <a:solidFill>
                            <a:srgbClr val="1C1C1C"/>
                          </a:solidFill>
                        </a:rPr>
                        <a:t>Civil </a:t>
                      </a:r>
                    </a:p>
                  </a:txBody>
                  <a:tcPr/>
                </a:tc>
                <a:tc>
                  <a:txBody>
                    <a:bodyPr/>
                    <a:lstStyle/>
                    <a:p>
                      <a:pPr lvl="0">
                        <a:buNone/>
                      </a:pPr>
                      <a:r>
                        <a:rPr lang="en-US" sz="1600"/>
                        <a:t>Emery Sapp &amp; Sons</a:t>
                      </a:r>
                      <a:endParaRPr lang="en-US"/>
                    </a:p>
                  </a:txBody>
                  <a:tcPr/>
                </a:tc>
                <a:extLst>
                  <a:ext uri="{0D108BD9-81ED-4DB2-BD59-A6C34878D82A}">
                    <a16:rowId xmlns:a16="http://schemas.microsoft.com/office/drawing/2014/main" val="4020203371"/>
                  </a:ext>
                </a:extLst>
              </a:tr>
              <a:tr h="612262">
                <a:tc>
                  <a:txBody>
                    <a:bodyPr/>
                    <a:lstStyle/>
                    <a:p>
                      <a:pPr lvl="0">
                        <a:buNone/>
                      </a:pPr>
                      <a:r>
                        <a:rPr lang="en-US" sz="1600" b="0" i="0" u="none" strike="noStrike" noProof="0">
                          <a:solidFill>
                            <a:srgbClr val="1C1C1C"/>
                          </a:solidFill>
                          <a:latin typeface="Arial"/>
                        </a:rPr>
                        <a:t>Piles, Racking and Modules </a:t>
                      </a:r>
                      <a:endParaRPr lang="en-US" b="0" i="0">
                        <a:latin typeface="Arial"/>
                      </a:endParaRPr>
                    </a:p>
                  </a:txBody>
                  <a:tcPr/>
                </a:tc>
                <a:tc>
                  <a:txBody>
                    <a:bodyPr/>
                    <a:lstStyle/>
                    <a:p>
                      <a:pPr lvl="0">
                        <a:buNone/>
                      </a:pPr>
                      <a:r>
                        <a:rPr lang="en-US" sz="1600"/>
                        <a:t>TBD</a:t>
                      </a:r>
                      <a:endParaRPr lang="en-US"/>
                    </a:p>
                  </a:txBody>
                  <a:tcPr/>
                </a:tc>
                <a:extLst>
                  <a:ext uri="{0D108BD9-81ED-4DB2-BD59-A6C34878D82A}">
                    <a16:rowId xmlns:a16="http://schemas.microsoft.com/office/drawing/2014/main" val="2703101729"/>
                  </a:ext>
                </a:extLst>
              </a:tr>
              <a:tr h="571290">
                <a:tc>
                  <a:txBody>
                    <a:bodyPr/>
                    <a:lstStyle/>
                    <a:p>
                      <a:pPr lvl="0">
                        <a:buNone/>
                      </a:pPr>
                      <a:r>
                        <a:rPr lang="en-US" sz="1600" u="none" strike="noStrike" noProof="0">
                          <a:solidFill>
                            <a:srgbClr val="1C1C1C"/>
                          </a:solidFill>
                        </a:rPr>
                        <a:t>Electrical  </a:t>
                      </a:r>
                    </a:p>
                  </a:txBody>
                  <a:tcPr/>
                </a:tc>
                <a:tc>
                  <a:txBody>
                    <a:bodyPr/>
                    <a:lstStyle/>
                    <a:p>
                      <a:pPr lvl="0">
                        <a:buNone/>
                      </a:pPr>
                      <a:r>
                        <a:rPr lang="en-US" sz="1600"/>
                        <a:t>Sargent Electric</a:t>
                      </a:r>
                      <a:endParaRPr lang="en-US"/>
                    </a:p>
                  </a:txBody>
                  <a:tcPr/>
                </a:tc>
                <a:extLst>
                  <a:ext uri="{0D108BD9-81ED-4DB2-BD59-A6C34878D82A}">
                    <a16:rowId xmlns:a16="http://schemas.microsoft.com/office/drawing/2014/main" val="4025657833"/>
                  </a:ext>
                </a:extLst>
              </a:tr>
              <a:tr h="571290">
                <a:tc>
                  <a:txBody>
                    <a:bodyPr/>
                    <a:lstStyle/>
                    <a:p>
                      <a:r>
                        <a:rPr lang="en-US" sz="1600"/>
                        <a:t>High Voltage</a:t>
                      </a:r>
                    </a:p>
                  </a:txBody>
                  <a:tcPr/>
                </a:tc>
                <a:tc>
                  <a:txBody>
                    <a:bodyPr/>
                    <a:lstStyle/>
                    <a:p>
                      <a:pPr lvl="0">
                        <a:buNone/>
                      </a:pPr>
                      <a:r>
                        <a:rPr lang="en-US" sz="1600" u="none" strike="noStrike" noProof="0">
                          <a:solidFill>
                            <a:srgbClr val="000000"/>
                          </a:solidFill>
                        </a:rPr>
                        <a:t>Aubrey Silvey</a:t>
                      </a:r>
                      <a:endParaRPr lang="en-US"/>
                    </a:p>
                  </a:txBody>
                  <a:tcPr/>
                </a:tc>
                <a:extLst>
                  <a:ext uri="{0D108BD9-81ED-4DB2-BD59-A6C34878D82A}">
                    <a16:rowId xmlns:a16="http://schemas.microsoft.com/office/drawing/2014/main" val="3288669211"/>
                  </a:ext>
                </a:extLst>
              </a:tr>
              <a:tr h="571290">
                <a:tc>
                  <a:txBody>
                    <a:bodyPr/>
                    <a:lstStyle/>
                    <a:p>
                      <a:pPr lvl="0">
                        <a:buNone/>
                      </a:pPr>
                      <a:r>
                        <a:rPr lang="en-US" sz="1600" u="none" strike="noStrike" noProof="0">
                          <a:solidFill>
                            <a:srgbClr val="1C1C1C"/>
                          </a:solidFill>
                        </a:rPr>
                        <a:t>O&amp;M Building</a:t>
                      </a:r>
                    </a:p>
                  </a:txBody>
                  <a:tcPr/>
                </a:tc>
                <a:tc>
                  <a:txBody>
                    <a:bodyPr/>
                    <a:lstStyle/>
                    <a:p>
                      <a:pPr lvl="0">
                        <a:buNone/>
                      </a:pPr>
                      <a:r>
                        <a:rPr lang="en-US" sz="1600"/>
                        <a:t>MBA </a:t>
                      </a:r>
                      <a:endParaRPr lang="en-US"/>
                    </a:p>
                  </a:txBody>
                  <a:tcPr/>
                </a:tc>
                <a:extLst>
                  <a:ext uri="{0D108BD9-81ED-4DB2-BD59-A6C34878D82A}">
                    <a16:rowId xmlns:a16="http://schemas.microsoft.com/office/drawing/2014/main" val="718289446"/>
                  </a:ext>
                </a:extLst>
              </a:tr>
              <a:tr h="571290">
                <a:tc>
                  <a:txBody>
                    <a:bodyPr/>
                    <a:lstStyle/>
                    <a:p>
                      <a:pPr lvl="0">
                        <a:buNone/>
                      </a:pPr>
                      <a:r>
                        <a:rPr lang="en-US" sz="1600" u="none" strike="noStrike" noProof="0">
                          <a:solidFill>
                            <a:srgbClr val="1C1C1C"/>
                          </a:solidFill>
                        </a:rPr>
                        <a:t>Landscape Buffer</a:t>
                      </a:r>
                    </a:p>
                  </a:txBody>
                  <a:tcPr/>
                </a:tc>
                <a:tc>
                  <a:txBody>
                    <a:bodyPr/>
                    <a:lstStyle/>
                    <a:p>
                      <a:pPr lvl="0">
                        <a:buNone/>
                      </a:pPr>
                      <a:r>
                        <a:rPr lang="en-US" sz="1600" u="none" strike="noStrike" noProof="0">
                          <a:solidFill>
                            <a:srgbClr val="1C1C1C"/>
                          </a:solidFill>
                        </a:rPr>
                        <a:t>Hermes</a:t>
                      </a:r>
                    </a:p>
                  </a:txBody>
                  <a:tcPr/>
                </a:tc>
                <a:extLst>
                  <a:ext uri="{0D108BD9-81ED-4DB2-BD59-A6C34878D82A}">
                    <a16:rowId xmlns:a16="http://schemas.microsoft.com/office/drawing/2014/main" val="242771855"/>
                  </a:ext>
                </a:extLst>
              </a:tr>
              <a:tr h="571290">
                <a:tc>
                  <a:txBody>
                    <a:bodyPr/>
                    <a:lstStyle/>
                    <a:p>
                      <a:pPr lvl="0">
                        <a:buNone/>
                      </a:pPr>
                      <a:r>
                        <a:rPr lang="en-US" sz="1600" u="none" strike="noStrike" noProof="0">
                          <a:solidFill>
                            <a:srgbClr val="1C1C1C"/>
                          </a:solidFill>
                        </a:rPr>
                        <a:t>Fencing</a:t>
                      </a:r>
                    </a:p>
                  </a:txBody>
                  <a:tcPr/>
                </a:tc>
                <a:tc>
                  <a:txBody>
                    <a:bodyPr/>
                    <a:lstStyle/>
                    <a:p>
                      <a:pPr lvl="0">
                        <a:buNone/>
                      </a:pPr>
                      <a:r>
                        <a:rPr lang="en-US" sz="1600" u="none" strike="noStrike" noProof="0">
                          <a:solidFill>
                            <a:srgbClr val="1C1C1C"/>
                          </a:solidFill>
                        </a:rPr>
                        <a:t>TBD</a:t>
                      </a:r>
                    </a:p>
                  </a:txBody>
                  <a:tcPr/>
                </a:tc>
                <a:extLst>
                  <a:ext uri="{0D108BD9-81ED-4DB2-BD59-A6C34878D82A}">
                    <a16:rowId xmlns:a16="http://schemas.microsoft.com/office/drawing/2014/main" val="26284768"/>
                  </a:ext>
                </a:extLst>
              </a:tr>
            </a:tbl>
          </a:graphicData>
        </a:graphic>
      </p:graphicFrame>
    </p:spTree>
    <p:extLst>
      <p:ext uri="{BB962C8B-B14F-4D97-AF65-F5344CB8AC3E}">
        <p14:creationId xmlns:p14="http://schemas.microsoft.com/office/powerpoint/2010/main" val="3612873755"/>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BAAA8-4137-E6BF-5A52-235B87B2F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CCB8D-A19E-238C-0F9C-BF76A8C47BA9}"/>
              </a:ext>
            </a:extLst>
          </p:cNvPr>
          <p:cNvSpPr>
            <a:spLocks noGrp="1"/>
          </p:cNvSpPr>
          <p:nvPr>
            <p:ph type="title"/>
          </p:nvPr>
        </p:nvSpPr>
        <p:spPr>
          <a:xfrm>
            <a:off x="584200" y="996965"/>
            <a:ext cx="10515600" cy="464608"/>
          </a:xfrm>
        </p:spPr>
        <p:txBody>
          <a:bodyPr anchor="ctr">
            <a:normAutofit/>
          </a:bodyPr>
          <a:lstStyle/>
          <a:p>
            <a:r>
              <a:rPr lang="en-US"/>
              <a:t>Team Goals</a:t>
            </a:r>
          </a:p>
        </p:txBody>
      </p:sp>
      <p:sp>
        <p:nvSpPr>
          <p:cNvPr id="5" name="Content Placeholder 3">
            <a:extLst>
              <a:ext uri="{FF2B5EF4-FFF2-40B4-BE49-F238E27FC236}">
                <a16:creationId xmlns:a16="http://schemas.microsoft.com/office/drawing/2014/main" id="{BA441406-753B-EB11-9FB6-9EC1271472B8}"/>
              </a:ext>
            </a:extLst>
          </p:cNvPr>
          <p:cNvSpPr>
            <a:spLocks noGrp="1"/>
          </p:cNvSpPr>
          <p:nvPr>
            <p:ph sz="half" idx="1"/>
          </p:nvPr>
        </p:nvSpPr>
        <p:spPr>
          <a:xfrm>
            <a:off x="584200" y="1453624"/>
            <a:ext cx="5857026" cy="5066920"/>
          </a:xfrm>
        </p:spPr>
        <p:txBody>
          <a:bodyPr vert="horz" lIns="91440" tIns="45720" rIns="91440" bIns="45720" rtlCol="0" anchor="t">
            <a:noAutofit/>
          </a:bodyPr>
          <a:lstStyle/>
          <a:p>
            <a:pPr marL="342900" indent="-342900" fontAlgn="base">
              <a:buAutoNum type="arabicPeriod"/>
            </a:pPr>
            <a:r>
              <a:rPr lang="en-US" sz="1800"/>
              <a:t>Zero recordable injuries</a:t>
            </a:r>
          </a:p>
          <a:p>
            <a:pPr marL="342900" indent="-342900">
              <a:buAutoNum type="arabicPeriod"/>
            </a:pPr>
            <a:r>
              <a:rPr lang="en-US" sz="1800"/>
              <a:t>Develop long-term, durable relationship with </a:t>
            </a:r>
            <a:r>
              <a:rPr lang="en-US" sz="1800" err="1"/>
              <a:t>Evergy</a:t>
            </a:r>
            <a:r>
              <a:rPr lang="en-US" sz="1800"/>
              <a:t> by delivering a successful project</a:t>
            </a:r>
            <a:endParaRPr lang="en-US"/>
          </a:p>
          <a:p>
            <a:pPr marL="342900" indent="-342900">
              <a:buAutoNum type="arabicPeriod"/>
            </a:pPr>
            <a:r>
              <a:rPr lang="en-US" sz="1800"/>
              <a:t>Resolve issues efficiently and transparently between all parties</a:t>
            </a:r>
          </a:p>
          <a:p>
            <a:pPr marL="342900" indent="-342900">
              <a:buAutoNum type="arabicPeriod"/>
            </a:pPr>
            <a:r>
              <a:rPr lang="en-US" sz="1800"/>
              <a:t>Achieve Final Completion rapidly following Substantial Completion</a:t>
            </a:r>
          </a:p>
          <a:p>
            <a:pPr marL="342900" indent="-342900">
              <a:buAutoNum type="arabicPeriod"/>
            </a:pPr>
            <a:r>
              <a:rPr lang="en-US" sz="1800"/>
              <a:t>Be good stewards and foster positive relationships with neighbors and the surrounding community</a:t>
            </a:r>
          </a:p>
          <a:p>
            <a:pPr marL="342900" indent="-342900">
              <a:buAutoNum type="arabicPeriod"/>
            </a:pPr>
            <a:r>
              <a:rPr lang="en-US" sz="1800"/>
              <a:t>Zero environmental non-compliances</a:t>
            </a:r>
          </a:p>
        </p:txBody>
      </p:sp>
      <p:pic>
        <p:nvPicPr>
          <p:cNvPr id="3" name="Picture 2">
            <a:extLst>
              <a:ext uri="{FF2B5EF4-FFF2-40B4-BE49-F238E27FC236}">
                <a16:creationId xmlns:a16="http://schemas.microsoft.com/office/drawing/2014/main" id="{6BE19C19-D347-A3BB-C06A-9861A1DBD580}"/>
              </a:ext>
            </a:extLst>
          </p:cNvPr>
          <p:cNvPicPr>
            <a:picLocks noChangeAspect="1"/>
          </p:cNvPicPr>
          <p:nvPr/>
        </p:nvPicPr>
        <p:blipFill>
          <a:blip r:embed="rId4"/>
          <a:stretch>
            <a:fillRect/>
          </a:stretch>
        </p:blipFill>
        <p:spPr>
          <a:xfrm>
            <a:off x="7169726" y="1956913"/>
            <a:ext cx="4244892" cy="2949502"/>
          </a:xfrm>
          <a:prstGeom prst="rect">
            <a:avLst/>
          </a:prstGeom>
        </p:spPr>
      </p:pic>
    </p:spTree>
    <p:extLst>
      <p:ext uri="{BB962C8B-B14F-4D97-AF65-F5344CB8AC3E}">
        <p14:creationId xmlns:p14="http://schemas.microsoft.com/office/powerpoint/2010/main" val="1368879801"/>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A7820-4907-22EB-0AFF-3B16FE9D1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1AE11-6D41-D050-A7C3-1CB0EA552482}"/>
              </a:ext>
            </a:extLst>
          </p:cNvPr>
          <p:cNvSpPr>
            <a:spLocks noGrp="1"/>
          </p:cNvSpPr>
          <p:nvPr>
            <p:ph type="title"/>
          </p:nvPr>
        </p:nvSpPr>
        <p:spPr>
          <a:xfrm>
            <a:off x="584201" y="647527"/>
            <a:ext cx="10515600" cy="464608"/>
          </a:xfrm>
        </p:spPr>
        <p:txBody>
          <a:bodyPr anchor="ctr">
            <a:normAutofit/>
          </a:bodyPr>
          <a:lstStyle/>
          <a:p>
            <a:r>
              <a:rPr lang="en-US"/>
              <a:t>Stakeholder and Communications Management</a:t>
            </a:r>
          </a:p>
        </p:txBody>
      </p:sp>
      <p:sp>
        <p:nvSpPr>
          <p:cNvPr id="3" name="Content Placeholder 3">
            <a:extLst>
              <a:ext uri="{FF2B5EF4-FFF2-40B4-BE49-F238E27FC236}">
                <a16:creationId xmlns:a16="http://schemas.microsoft.com/office/drawing/2014/main" id="{5515D057-4B40-ECE3-ECC1-053730AC6BEF}"/>
              </a:ext>
            </a:extLst>
          </p:cNvPr>
          <p:cNvSpPr>
            <a:spLocks noGrp="1"/>
          </p:cNvSpPr>
          <p:nvPr>
            <p:ph sz="half" idx="1"/>
          </p:nvPr>
        </p:nvSpPr>
        <p:spPr>
          <a:xfrm>
            <a:off x="587038" y="1329780"/>
            <a:ext cx="10512763" cy="4367830"/>
          </a:xfrm>
        </p:spPr>
        <p:txBody>
          <a:bodyPr vert="horz" lIns="91440" tIns="45720" rIns="91440" bIns="45720" rtlCol="0" anchor="t">
            <a:noAutofit/>
          </a:bodyPr>
          <a:lstStyle/>
          <a:p>
            <a:pPr marL="285750" indent="-285750">
              <a:buClr>
                <a:schemeClr val="tx2"/>
              </a:buClr>
              <a:buFont typeface="Arial" panose="020B0604020202020204" pitchFamily="34" charset="0"/>
              <a:buChar char="•"/>
            </a:pPr>
            <a:r>
              <a:rPr lang="en-US" sz="1600">
                <a:solidFill>
                  <a:schemeClr val="tx1"/>
                </a:solidFill>
                <a:cs typeface="Arial"/>
              </a:rPr>
              <a:t>RFI’s, Transmittals, Notices, and Submittals will be managed through Procore.</a:t>
            </a:r>
          </a:p>
          <a:p>
            <a:pPr marL="285750" indent="-285750">
              <a:buClr>
                <a:schemeClr val="tx2"/>
              </a:buClr>
              <a:buFont typeface="Arial" panose="020B0604020202020204" pitchFamily="34" charset="0"/>
              <a:buChar char="•"/>
            </a:pPr>
            <a:r>
              <a:rPr lang="en-US" sz="1600">
                <a:solidFill>
                  <a:schemeClr val="tx1"/>
                </a:solidFill>
                <a:cs typeface="Arial"/>
              </a:rPr>
              <a:t>Workflows and distribution lists will be created for each instance to ensure the proper approvals are obtained as well as visibility to the correct audiences.</a:t>
            </a:r>
          </a:p>
          <a:p>
            <a:pPr marL="285750" indent="-285750">
              <a:buClr>
                <a:schemeClr val="tx2"/>
              </a:buClr>
              <a:buFont typeface="Arial" panose="020B0604020202020204" pitchFamily="34" charset="0"/>
              <a:buChar char="•"/>
            </a:pPr>
            <a:r>
              <a:rPr lang="en-US" sz="1600">
                <a:solidFill>
                  <a:schemeClr val="tx1"/>
                </a:solidFill>
                <a:cs typeface="Arial"/>
              </a:rPr>
              <a:t>DEPCOM </a:t>
            </a:r>
            <a:r>
              <a:rPr lang="en-US">
                <a:solidFill>
                  <a:schemeClr val="tx1"/>
                </a:solidFill>
                <a:cs typeface="Arial"/>
              </a:rPr>
              <a:t>to support Evergy's Procore training as needed</a:t>
            </a:r>
            <a:endParaRPr lang="en-US" sz="1600">
              <a:solidFill>
                <a:schemeClr val="tx1"/>
              </a:solidFill>
              <a:cs typeface="Arial"/>
            </a:endParaRPr>
          </a:p>
          <a:p>
            <a:pPr lvl="1">
              <a:buClr>
                <a:schemeClr val="tx2"/>
              </a:buClr>
            </a:pPr>
            <a:endParaRPr lang="en-US" sz="1200">
              <a:solidFill>
                <a:schemeClr val="tx1"/>
              </a:solidFill>
              <a:cs typeface="Arial"/>
            </a:endParaRPr>
          </a:p>
          <a:p>
            <a:pPr lvl="1">
              <a:buClr>
                <a:schemeClr val="tx2"/>
              </a:buClr>
            </a:pPr>
            <a:endParaRPr lang="en-US" sz="1200">
              <a:solidFill>
                <a:schemeClr val="tx1"/>
              </a:solidFill>
              <a:cs typeface="Arial"/>
            </a:endParaRPr>
          </a:p>
          <a:p>
            <a:endParaRPr lang="en-US" sz="1600">
              <a:cs typeface="Arial"/>
            </a:endParaRPr>
          </a:p>
        </p:txBody>
      </p:sp>
      <p:pic>
        <p:nvPicPr>
          <p:cNvPr id="5" name="Picture 4" descr="A screenshot of a web page&#10;&#10;AI-generated content may be incorrect.">
            <a:extLst>
              <a:ext uri="{FF2B5EF4-FFF2-40B4-BE49-F238E27FC236}">
                <a16:creationId xmlns:a16="http://schemas.microsoft.com/office/drawing/2014/main" id="{4B71EC6E-0609-1F87-E9CB-6C9AE47BC42F}"/>
              </a:ext>
            </a:extLst>
          </p:cNvPr>
          <p:cNvPicPr>
            <a:picLocks noChangeAspect="1"/>
          </p:cNvPicPr>
          <p:nvPr/>
        </p:nvPicPr>
        <p:blipFill>
          <a:blip r:embed="rId4"/>
          <a:stretch>
            <a:fillRect/>
          </a:stretch>
        </p:blipFill>
        <p:spPr>
          <a:xfrm>
            <a:off x="2444177" y="2901756"/>
            <a:ext cx="7316305" cy="3210259"/>
          </a:xfrm>
          <a:prstGeom prst="rect">
            <a:avLst/>
          </a:prstGeom>
        </p:spPr>
      </p:pic>
    </p:spTree>
    <p:extLst>
      <p:ext uri="{BB962C8B-B14F-4D97-AF65-F5344CB8AC3E}">
        <p14:creationId xmlns:p14="http://schemas.microsoft.com/office/powerpoint/2010/main" val="3720722469"/>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EAF211D-6F41-EECA-E647-B7DE00CF7068}"/>
              </a:ext>
            </a:extLst>
          </p:cNvPr>
          <p:cNvSpPr>
            <a:spLocks noGrp="1"/>
          </p:cNvSpPr>
          <p:nvPr>
            <p:ph type="title"/>
          </p:nvPr>
        </p:nvSpPr>
        <p:spPr>
          <a:xfrm>
            <a:off x="810491" y="559087"/>
            <a:ext cx="4849091" cy="799091"/>
          </a:xfrm>
        </p:spPr>
        <p:txBody>
          <a:bodyPr/>
          <a:lstStyle/>
          <a:p>
            <a:pPr algn="ctr"/>
            <a:r>
              <a:rPr lang="en-US"/>
              <a:t>DEPCOM Quality Vision</a:t>
            </a:r>
          </a:p>
        </p:txBody>
      </p:sp>
      <p:sp>
        <p:nvSpPr>
          <p:cNvPr id="9" name="Content Placeholder 2">
            <a:extLst>
              <a:ext uri="{FF2B5EF4-FFF2-40B4-BE49-F238E27FC236}">
                <a16:creationId xmlns:a16="http://schemas.microsoft.com/office/drawing/2014/main" id="{645664AC-A2E7-5CF9-0AB3-5C10452053B8}"/>
              </a:ext>
            </a:extLst>
          </p:cNvPr>
          <p:cNvSpPr>
            <a:spLocks noGrp="1"/>
          </p:cNvSpPr>
          <p:nvPr>
            <p:ph sz="half" idx="1"/>
          </p:nvPr>
        </p:nvSpPr>
        <p:spPr>
          <a:xfrm>
            <a:off x="379371" y="1379632"/>
            <a:ext cx="5719480" cy="4340131"/>
          </a:xfrm>
        </p:spPr>
        <p:txBody>
          <a:bodyPr vert="horz" lIns="91440" tIns="45720" rIns="91440" bIns="45720" rtlCol="0" anchor="t">
            <a:noAutofit/>
          </a:bodyPr>
          <a:lstStyle/>
          <a:p>
            <a:pPr algn="ctr"/>
            <a:r>
              <a:rPr lang="en-US" sz="1600">
                <a:solidFill>
                  <a:srgbClr val="1C2B39"/>
                </a:solidFill>
                <a:latin typeface="Helvetica"/>
                <a:cs typeface="Segoe UI"/>
              </a:rPr>
              <a:t>T</a:t>
            </a:r>
            <a:r>
              <a:rPr lang="en-US" sz="1800">
                <a:solidFill>
                  <a:srgbClr val="1C2B39"/>
                </a:solidFill>
                <a:latin typeface="Helvetica"/>
                <a:cs typeface="Segoe UI"/>
              </a:rPr>
              <a:t>he Quality Capability will support DEPCOM's operations, Pre-construction through close-out, Operations and Maintenance, and Services, by partnering with all areas of the business and clients to promote virtuous cycles of mutual benefit. </a:t>
            </a:r>
            <a:endParaRPr lang="en-US" sz="1800">
              <a:latin typeface="Helvetica"/>
              <a:cs typeface="Helvetica"/>
            </a:endParaRPr>
          </a:p>
          <a:p>
            <a:pPr algn="ctr"/>
            <a:r>
              <a:rPr lang="en-US" sz="1800">
                <a:solidFill>
                  <a:srgbClr val="1C2B39"/>
                </a:solidFill>
                <a:latin typeface="Helvetica"/>
                <a:cs typeface="Segoe UI"/>
              </a:rPr>
              <a:t>We will monitor and document the quality of our projects through a risk-based inspection test plan (ITP), identify deviations from standards, and ensure corrective actions are taken in a timely manner.  We will develop and utilize a robust QMS program to capture learnings and drive transformation throughout the organization with focus on Supplier Quality and Self-Perform. </a:t>
            </a:r>
            <a:endParaRPr lang="en-US" sz="1800">
              <a:solidFill>
                <a:srgbClr val="1C1C1C"/>
              </a:solidFill>
              <a:latin typeface="Helvetica"/>
              <a:cs typeface="Segoe UI"/>
            </a:endParaRPr>
          </a:p>
          <a:p>
            <a:pPr algn="ctr"/>
            <a:r>
              <a:rPr lang="en-US" sz="1800">
                <a:solidFill>
                  <a:srgbClr val="1C2B39"/>
                </a:solidFill>
                <a:latin typeface="Helvetica"/>
                <a:cs typeface="Segoe UI"/>
              </a:rPr>
              <a:t>This will result in improved estimates, enhanced execution, and simpler close-outs of future projects resulting in satisfied clients.</a:t>
            </a:r>
            <a:endParaRPr lang="en-US" sz="1800">
              <a:latin typeface="Helvetica"/>
              <a:cs typeface="Helvetica"/>
            </a:endParaRPr>
          </a:p>
          <a:p>
            <a:endParaRPr lang="en-US" sz="1600" b="1">
              <a:latin typeface="Helvetica"/>
              <a:cs typeface="Helvetica"/>
            </a:endParaRPr>
          </a:p>
        </p:txBody>
      </p:sp>
      <p:pic>
        <p:nvPicPr>
          <p:cNvPr id="11" name="Picture Placeholder 6" descr="A person in a reflective vest walking on a road&#10;&#10;AI-generated content may be incorrect.">
            <a:extLst>
              <a:ext uri="{FF2B5EF4-FFF2-40B4-BE49-F238E27FC236}">
                <a16:creationId xmlns:a16="http://schemas.microsoft.com/office/drawing/2014/main" id="{BBB7F38A-2C86-F41D-5BC0-D210534947A7}"/>
              </a:ext>
            </a:extLst>
          </p:cNvPr>
          <p:cNvPicPr>
            <a:picLocks noChangeAspect="1"/>
          </p:cNvPicPr>
          <p:nvPr/>
        </p:nvPicPr>
        <p:blipFill>
          <a:blip r:embed="rId3"/>
          <a:srcRect l="720" r="12352" b="1"/>
          <a:stretch>
            <a:fillRect/>
          </a:stretch>
        </p:blipFill>
        <p:spPr>
          <a:xfrm>
            <a:off x="6352309" y="1368425"/>
            <a:ext cx="5181600" cy="4351338"/>
          </a:xfrm>
          <a:prstGeom prst="rect">
            <a:avLst/>
          </a:prstGeom>
          <a:noFill/>
        </p:spPr>
      </p:pic>
    </p:spTree>
    <p:extLst>
      <p:ext uri="{BB962C8B-B14F-4D97-AF65-F5344CB8AC3E}">
        <p14:creationId xmlns:p14="http://schemas.microsoft.com/office/powerpoint/2010/main" val="1066062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BFD2-105E-D6EF-4997-92AD050DF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F00D1-0B07-003A-EFA0-CA519E7F99F7}"/>
              </a:ext>
            </a:extLst>
          </p:cNvPr>
          <p:cNvSpPr>
            <a:spLocks noGrp="1"/>
          </p:cNvSpPr>
          <p:nvPr>
            <p:ph type="title"/>
          </p:nvPr>
        </p:nvSpPr>
        <p:spPr>
          <a:xfrm>
            <a:off x="584201" y="647527"/>
            <a:ext cx="10183116" cy="464608"/>
          </a:xfrm>
        </p:spPr>
        <p:txBody>
          <a:bodyPr/>
          <a:lstStyle/>
          <a:p>
            <a:r>
              <a:rPr lang="en-US"/>
              <a:t>Quality Assurance and Control Management</a:t>
            </a:r>
          </a:p>
        </p:txBody>
      </p:sp>
      <p:sp>
        <p:nvSpPr>
          <p:cNvPr id="4" name="Content Placeholder 3">
            <a:extLst>
              <a:ext uri="{FF2B5EF4-FFF2-40B4-BE49-F238E27FC236}">
                <a16:creationId xmlns:a16="http://schemas.microsoft.com/office/drawing/2014/main" id="{8CAAAFDE-E733-62D9-A925-550483DE7761}"/>
              </a:ext>
            </a:extLst>
          </p:cNvPr>
          <p:cNvSpPr>
            <a:spLocks noGrp="1"/>
          </p:cNvSpPr>
          <p:nvPr>
            <p:ph sz="half" idx="1"/>
          </p:nvPr>
        </p:nvSpPr>
        <p:spPr>
          <a:xfrm>
            <a:off x="584201" y="1333908"/>
            <a:ext cx="10512763" cy="4707784"/>
          </a:xfrm>
        </p:spPr>
        <p:txBody>
          <a:bodyPr vert="horz" lIns="91440" tIns="45720" rIns="91440" bIns="45720" rtlCol="0" anchor="t">
            <a:noAutofit/>
          </a:bodyPr>
          <a:lstStyle/>
          <a:p>
            <a:pPr>
              <a:buClr>
                <a:schemeClr val="tx2"/>
              </a:buClr>
            </a:pPr>
            <a:r>
              <a:rPr lang="en-US" sz="2400">
                <a:cs typeface="Arial"/>
              </a:rPr>
              <a:t>Overview</a:t>
            </a:r>
          </a:p>
          <a:p>
            <a:pPr marL="0" indent="0">
              <a:buClr>
                <a:schemeClr val="tx2"/>
              </a:buClr>
              <a:buNone/>
            </a:pPr>
            <a:r>
              <a:rPr lang="en-US" sz="1800" b="1">
                <a:cs typeface="Arial"/>
              </a:rPr>
              <a:t>1   Site Quality Manager Responsibilities:</a:t>
            </a:r>
          </a:p>
          <a:p>
            <a:pPr>
              <a:buClr>
                <a:schemeClr val="tx2"/>
              </a:buClr>
            </a:pPr>
            <a:r>
              <a:rPr lang="en-US" sz="1400" i="1">
                <a:ea typeface="+mn-lt"/>
                <a:cs typeface="+mn-lt"/>
              </a:rPr>
              <a:t>Monitor and document project quality using a risk-based Inspection Test Plan (ITP).</a:t>
            </a:r>
            <a:endParaRPr lang="en-US" sz="1400" i="1">
              <a:cs typeface="Arial"/>
            </a:endParaRPr>
          </a:p>
          <a:p>
            <a:r>
              <a:rPr lang="en-US" sz="1400" i="1">
                <a:ea typeface="+mn-lt"/>
                <a:cs typeface="+mn-lt"/>
              </a:rPr>
              <a:t>Identify deviations from standards and ensure prompt corrective actions</a:t>
            </a:r>
            <a:r>
              <a:rPr lang="en-US" sz="1400">
                <a:ea typeface="+mn-lt"/>
                <a:cs typeface="+mn-lt"/>
              </a:rPr>
              <a:t>.</a:t>
            </a:r>
            <a:endParaRPr lang="en-US" sz="1400"/>
          </a:p>
          <a:p>
            <a:pPr marL="0" indent="0">
              <a:buClr>
                <a:schemeClr val="tx2"/>
              </a:buClr>
              <a:buNone/>
            </a:pPr>
            <a:r>
              <a:rPr lang="en-US" sz="1800" b="1">
                <a:cs typeface="Arial"/>
              </a:rPr>
              <a:t>2  Quality Manual:</a:t>
            </a:r>
            <a:endParaRPr lang="en-US" b="1"/>
          </a:p>
          <a:p>
            <a:pPr>
              <a:buClr>
                <a:schemeClr val="tx2"/>
              </a:buClr>
            </a:pPr>
            <a:r>
              <a:rPr lang="en-US" sz="1400" i="1">
                <a:ea typeface="+mn-lt"/>
                <a:cs typeface="+mn-lt"/>
              </a:rPr>
              <a:t>A project-specific Quality Manual will be developed before the project’s Construction Start Date (CSD). </a:t>
            </a:r>
            <a:endParaRPr lang="en-US" sz="1400" i="1"/>
          </a:p>
          <a:p>
            <a:r>
              <a:rPr lang="en-US" sz="1400" i="1">
                <a:ea typeface="+mn-lt"/>
                <a:cs typeface="+mn-lt"/>
              </a:rPr>
              <a:t>Reference: The Sunflower Sky Quality Manual is available in the Procore document folder.</a:t>
            </a:r>
            <a:endParaRPr lang="en-US" sz="1400" i="1">
              <a:cs typeface="Arial"/>
            </a:endParaRPr>
          </a:p>
          <a:p>
            <a:pPr marL="0" indent="0">
              <a:buNone/>
            </a:pPr>
            <a:r>
              <a:rPr lang="en-US" sz="1800" b="1"/>
              <a:t>3   Inspection and Test Plan (</a:t>
            </a:r>
            <a:r>
              <a:rPr lang="en-US" sz="1800" b="1">
                <a:cs typeface="Arial"/>
              </a:rPr>
              <a:t>ITP):</a:t>
            </a:r>
            <a:endParaRPr lang="en-US" sz="1600" b="1">
              <a:cs typeface="Arial"/>
            </a:endParaRPr>
          </a:p>
          <a:p>
            <a:pPr>
              <a:buClr>
                <a:schemeClr val="tx2"/>
              </a:buClr>
            </a:pPr>
            <a:r>
              <a:rPr lang="en-US" sz="1400" i="1">
                <a:ea typeface="+mn-lt"/>
                <a:cs typeface="+mn-lt"/>
              </a:rPr>
              <a:t>The ITP is accessible in Procore through workflows and site-specific inspections, created prior to FAI inspection for each scope.</a:t>
            </a:r>
          </a:p>
          <a:p>
            <a:r>
              <a:rPr lang="en-US" sz="1400" i="1">
                <a:ea typeface="+mn-lt"/>
                <a:cs typeface="+mn-lt"/>
              </a:rPr>
              <a:t>General ITP: Inspection flows are detailed in the attached document within Procore.</a:t>
            </a:r>
          </a:p>
          <a:p>
            <a:pPr marL="0" indent="0">
              <a:buClr>
                <a:schemeClr val="tx2"/>
              </a:buClr>
              <a:buNone/>
            </a:pPr>
            <a:r>
              <a:rPr lang="en-US" sz="1800" b="1">
                <a:cs typeface="Arial"/>
              </a:rPr>
              <a:t>4   Subcontractor Meetings &amp; Expectations:</a:t>
            </a:r>
          </a:p>
          <a:p>
            <a:pPr>
              <a:buClr>
                <a:schemeClr val="tx2"/>
              </a:buClr>
            </a:pPr>
            <a:r>
              <a:rPr lang="en-US" sz="1400" i="1">
                <a:ea typeface="+mn-lt"/>
                <a:cs typeface="+mn-lt"/>
              </a:rPr>
              <a:t>The Site Quality Manager will conduct weekly meetings with the subcontractor’s Quality Representative.</a:t>
            </a:r>
          </a:p>
          <a:p>
            <a:r>
              <a:rPr lang="en-US" sz="1400" i="1">
                <a:ea typeface="+mn-lt"/>
                <a:cs typeface="+mn-lt"/>
              </a:rPr>
              <a:t>Meetings focus on aligning inspection schedules and discussing items of concern.</a:t>
            </a:r>
          </a:p>
          <a:p>
            <a:pPr lvl="1">
              <a:buClr>
                <a:schemeClr val="tx2"/>
              </a:buClr>
            </a:pPr>
            <a:endParaRPr lang="en-US" sz="1400" i="1">
              <a:solidFill>
                <a:schemeClr val="bg1"/>
              </a:solidFill>
              <a:cs typeface="Arial"/>
            </a:endParaRPr>
          </a:p>
          <a:p>
            <a:pPr marL="457200" lvl="1" indent="0">
              <a:buClr>
                <a:schemeClr val="tx2"/>
              </a:buClr>
              <a:buNone/>
            </a:pPr>
            <a:endParaRPr lang="en-US" sz="1600">
              <a:solidFill>
                <a:schemeClr val="bg1"/>
              </a:solidFill>
              <a:cs typeface="Arial"/>
            </a:endParaRPr>
          </a:p>
        </p:txBody>
      </p:sp>
    </p:spTree>
    <p:extLst>
      <p:ext uri="{BB962C8B-B14F-4D97-AF65-F5344CB8AC3E}">
        <p14:creationId xmlns:p14="http://schemas.microsoft.com/office/powerpoint/2010/main" val="2462029854"/>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3767C-2638-B766-C07B-A968B0944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24671-B3B0-D80B-00C5-C87C7037B934}"/>
              </a:ext>
            </a:extLst>
          </p:cNvPr>
          <p:cNvSpPr>
            <a:spLocks noGrp="1"/>
          </p:cNvSpPr>
          <p:nvPr>
            <p:ph type="title"/>
          </p:nvPr>
        </p:nvSpPr>
        <p:spPr>
          <a:xfrm>
            <a:off x="584201" y="647527"/>
            <a:ext cx="10183116" cy="464608"/>
          </a:xfrm>
        </p:spPr>
        <p:txBody>
          <a:bodyPr/>
          <a:lstStyle/>
          <a:p>
            <a:r>
              <a:rPr lang="en-US"/>
              <a:t>Quality Assurance</a:t>
            </a:r>
          </a:p>
        </p:txBody>
      </p:sp>
      <p:sp>
        <p:nvSpPr>
          <p:cNvPr id="7" name="Content Placeholder 3">
            <a:extLst>
              <a:ext uri="{FF2B5EF4-FFF2-40B4-BE49-F238E27FC236}">
                <a16:creationId xmlns:a16="http://schemas.microsoft.com/office/drawing/2014/main" id="{1D70A408-C33F-9F1B-D032-731479272B96}"/>
              </a:ext>
            </a:extLst>
          </p:cNvPr>
          <p:cNvSpPr txBox="1">
            <a:spLocks/>
          </p:cNvSpPr>
          <p:nvPr/>
        </p:nvSpPr>
        <p:spPr>
          <a:xfrm>
            <a:off x="584200" y="1323633"/>
            <a:ext cx="10512763" cy="473710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2"/>
              </a:buClr>
              <a:buNone/>
            </a:pPr>
            <a:r>
              <a:rPr lang="en-US" sz="1800" b="1">
                <a:cs typeface="Arial"/>
              </a:rPr>
              <a:t>5   First Article Inspections (FAIs):</a:t>
            </a:r>
            <a:endParaRPr lang="en-US"/>
          </a:p>
          <a:p>
            <a:pPr>
              <a:buClr>
                <a:schemeClr val="tx2"/>
              </a:buClr>
            </a:pPr>
            <a:r>
              <a:rPr lang="en-US" sz="1400" i="1">
                <a:ea typeface="+mn-lt"/>
                <a:cs typeface="+mn-lt"/>
              </a:rPr>
              <a:t>FAIs are performed to verify that installation processes consistently produce products meeting specified requirements, as fully aligned upon the initial installation article by Evergy, DEPCOM, and Subcontractor</a:t>
            </a:r>
            <a:endParaRPr lang="en-US" sz="1400" i="1">
              <a:solidFill>
                <a:srgbClr val="FFFFFF"/>
              </a:solidFill>
              <a:cs typeface="Arial"/>
            </a:endParaRPr>
          </a:p>
          <a:p>
            <a:pPr marL="0" indent="0">
              <a:buClr>
                <a:schemeClr val="tx2"/>
              </a:buClr>
              <a:buNone/>
            </a:pPr>
            <a:r>
              <a:rPr lang="en-US" sz="1800" b="1">
                <a:solidFill>
                  <a:srgbClr val="FFFFFF"/>
                </a:solidFill>
                <a:cs typeface="Arial"/>
              </a:rPr>
              <a:t>6   Inspections:</a:t>
            </a:r>
            <a:endParaRPr lang="en-US">
              <a:solidFill>
                <a:srgbClr val="FFFFFF"/>
              </a:solidFill>
            </a:endParaRPr>
          </a:p>
          <a:p>
            <a:pPr>
              <a:buClr>
                <a:schemeClr val="tx2"/>
              </a:buClr>
            </a:pPr>
            <a:r>
              <a:rPr lang="en-US" sz="1400" i="1">
                <a:ea typeface="+mn-lt"/>
                <a:cs typeface="+mn-lt"/>
              </a:rPr>
              <a:t>Work is inspected during installation and after completion of each area.</a:t>
            </a:r>
          </a:p>
          <a:p>
            <a:r>
              <a:rPr lang="en-US" sz="1400" i="1">
                <a:ea typeface="+mn-lt"/>
                <a:cs typeface="+mn-lt"/>
              </a:rPr>
              <a:t>Inspection frequency: Starts with a higher percentage and is reduced if consistent quality is demonstrated.</a:t>
            </a:r>
            <a:endParaRPr lang="en-US" sz="1400" i="1">
              <a:cs typeface="Arial"/>
            </a:endParaRPr>
          </a:p>
          <a:p>
            <a:pPr marL="0" indent="0">
              <a:buNone/>
            </a:pPr>
            <a:r>
              <a:rPr lang="en-US" sz="1800" b="1">
                <a:cs typeface="Arial"/>
              </a:rPr>
              <a:t>7   Observations:</a:t>
            </a:r>
            <a:endParaRPr lang="en-US"/>
          </a:p>
          <a:p>
            <a:pPr>
              <a:buClr>
                <a:schemeClr val="tx2"/>
              </a:buClr>
            </a:pPr>
            <a:r>
              <a:rPr lang="en-US" sz="1400" i="1">
                <a:ea typeface="+mn-lt"/>
                <a:cs typeface="+mn-lt"/>
              </a:rPr>
              <a:t>Observations are documented for issues found in the field or checklist failures.</a:t>
            </a:r>
          </a:p>
          <a:p>
            <a:r>
              <a:rPr lang="en-US" sz="1400" i="1">
                <a:ea typeface="+mn-lt"/>
                <a:cs typeface="+mn-lt"/>
              </a:rPr>
              <a:t>Subcontractors have three business days to address observations.</a:t>
            </a:r>
            <a:endParaRPr lang="en-US" sz="1400" i="1"/>
          </a:p>
          <a:p>
            <a:r>
              <a:rPr lang="en-US" sz="1400" i="1">
                <a:ea typeface="+mn-lt"/>
                <a:cs typeface="+mn-lt"/>
              </a:rPr>
              <a:t>Unresolved issues within this period are escalated to a Non-Conformance Report (NCR).</a:t>
            </a:r>
            <a:endParaRPr lang="en-US" sz="1400" i="1"/>
          </a:p>
          <a:p>
            <a:pPr marL="0" indent="0">
              <a:buClr>
                <a:schemeClr val="tx2"/>
              </a:buClr>
              <a:buNone/>
            </a:pPr>
            <a:r>
              <a:rPr lang="en-US" sz="1800" b="1">
                <a:cs typeface="Arial"/>
              </a:rPr>
              <a:t>8   NCRs:</a:t>
            </a:r>
          </a:p>
          <a:p>
            <a:pPr>
              <a:buClr>
                <a:schemeClr val="tx2"/>
              </a:buClr>
            </a:pPr>
            <a:r>
              <a:rPr lang="en-US" sz="1400" i="1">
                <a:ea typeface="+mn-lt"/>
                <a:cs typeface="+mn-lt"/>
              </a:rPr>
              <a:t>NCRs are issued for:</a:t>
            </a:r>
          </a:p>
          <a:p>
            <a:pPr lvl="1"/>
            <a:r>
              <a:rPr lang="en-US" sz="1400" i="1">
                <a:solidFill>
                  <a:schemeClr val="bg1"/>
                </a:solidFill>
                <a:ea typeface="+mn-lt"/>
                <a:cs typeface="+mn-lt"/>
              </a:rPr>
              <a:t>Processes not properly followed</a:t>
            </a:r>
          </a:p>
          <a:p>
            <a:pPr lvl="1"/>
            <a:r>
              <a:rPr lang="en-US" sz="1400" i="1">
                <a:solidFill>
                  <a:schemeClr val="bg1"/>
                </a:solidFill>
                <a:ea typeface="+mn-lt"/>
                <a:cs typeface="+mn-lt"/>
              </a:rPr>
              <a:t>Repeat or unresolved observations</a:t>
            </a:r>
          </a:p>
          <a:p>
            <a:pPr lvl="1"/>
            <a:r>
              <a:rPr lang="en-US" sz="1400" i="1">
                <a:solidFill>
                  <a:schemeClr val="bg1"/>
                </a:solidFill>
                <a:ea typeface="+mn-lt"/>
                <a:cs typeface="+mn-lt"/>
              </a:rPr>
              <a:t>Major non-conforming items impacting the project</a:t>
            </a:r>
          </a:p>
          <a:p>
            <a:pPr lvl="1">
              <a:buClr>
                <a:schemeClr val="tx2"/>
              </a:buClr>
            </a:pPr>
            <a:endParaRPr lang="en-US" sz="1400" i="1">
              <a:solidFill>
                <a:schemeClr val="bg1"/>
              </a:solidFill>
              <a:cs typeface="Arial"/>
            </a:endParaRPr>
          </a:p>
          <a:p>
            <a:pPr marL="457200" lvl="1" indent="0">
              <a:buClr>
                <a:schemeClr val="tx2"/>
              </a:buClr>
              <a:buNone/>
            </a:pPr>
            <a:endParaRPr lang="en-US" sz="1200">
              <a:solidFill>
                <a:schemeClr val="bg1"/>
              </a:solidFill>
              <a:cs typeface="Arial"/>
            </a:endParaRPr>
          </a:p>
        </p:txBody>
      </p:sp>
    </p:spTree>
    <p:extLst>
      <p:ext uri="{BB962C8B-B14F-4D97-AF65-F5344CB8AC3E}">
        <p14:creationId xmlns:p14="http://schemas.microsoft.com/office/powerpoint/2010/main" val="770746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CBFC5-4790-A967-B7DA-0A4E29704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94B91-2FC8-D9EB-2796-CE54277D4224}"/>
              </a:ext>
            </a:extLst>
          </p:cNvPr>
          <p:cNvSpPr>
            <a:spLocks noGrp="1"/>
          </p:cNvSpPr>
          <p:nvPr>
            <p:ph type="title"/>
          </p:nvPr>
        </p:nvSpPr>
        <p:spPr>
          <a:xfrm>
            <a:off x="584201" y="647527"/>
            <a:ext cx="10183116" cy="464608"/>
          </a:xfrm>
        </p:spPr>
        <p:txBody>
          <a:bodyPr/>
          <a:lstStyle/>
          <a:p>
            <a:r>
              <a:rPr lang="en-US"/>
              <a:t>Logistics Management</a:t>
            </a:r>
          </a:p>
        </p:txBody>
      </p:sp>
      <p:pic>
        <p:nvPicPr>
          <p:cNvPr id="3" name="Picture 2">
            <a:extLst>
              <a:ext uri="{FF2B5EF4-FFF2-40B4-BE49-F238E27FC236}">
                <a16:creationId xmlns:a16="http://schemas.microsoft.com/office/drawing/2014/main" id="{B63CE623-4D55-663B-695F-2CAF67A7DB53}"/>
              </a:ext>
            </a:extLst>
          </p:cNvPr>
          <p:cNvPicPr>
            <a:picLocks noChangeAspect="1"/>
          </p:cNvPicPr>
          <p:nvPr/>
        </p:nvPicPr>
        <p:blipFill>
          <a:blip r:embed="rId4"/>
          <a:stretch>
            <a:fillRect/>
          </a:stretch>
        </p:blipFill>
        <p:spPr>
          <a:xfrm>
            <a:off x="5391673" y="1345051"/>
            <a:ext cx="6597305" cy="4398203"/>
          </a:xfrm>
          <a:prstGeom prst="rect">
            <a:avLst/>
          </a:prstGeom>
        </p:spPr>
      </p:pic>
      <p:sp>
        <p:nvSpPr>
          <p:cNvPr id="6" name="Content Placeholder 3">
            <a:extLst>
              <a:ext uri="{FF2B5EF4-FFF2-40B4-BE49-F238E27FC236}">
                <a16:creationId xmlns:a16="http://schemas.microsoft.com/office/drawing/2014/main" id="{CF7C232B-6298-AF52-4BC7-53EA610E018A}"/>
              </a:ext>
            </a:extLst>
          </p:cNvPr>
          <p:cNvSpPr txBox="1">
            <a:spLocks/>
          </p:cNvSpPr>
          <p:nvPr/>
        </p:nvSpPr>
        <p:spPr>
          <a:xfrm>
            <a:off x="384176" y="1345051"/>
            <a:ext cx="4789404" cy="439820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lang="en-US" sz="1600" b="0" kern="1200">
                <a:solidFill>
                  <a:schemeClr val="bg1"/>
                </a:solidFill>
                <a:effectLst/>
                <a:latin typeface="+mn-lt"/>
                <a:ea typeface="+mn-ea"/>
                <a:cs typeface="AkayaKanadaka" panose="02010502080401010103" pitchFamily="2" charset="77"/>
              </a:defRPr>
            </a:lvl1pPr>
            <a:lvl2pPr marL="742950" indent="-28575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kayaKanadaka" panose="02010502080401010103"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kayaKanadaka" panose="02010502080401010103"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kayaKanadaka" panose="02010502080401010103"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b="0" kern="1200" dirty="0" smtClean="0">
                <a:solidFill>
                  <a:schemeClr val="accent2"/>
                </a:solidFill>
                <a:effectLst/>
                <a:latin typeface="+mn-lt"/>
                <a:ea typeface="+mn-ea"/>
                <a:cs typeface="Abad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lang="en-US" sz="1600" b="0" kern="1200" dirty="0">
                <a:solidFill>
                  <a:schemeClr val="accent2"/>
                </a:solidFill>
                <a:effectLst/>
                <a:latin typeface="+mn-lt"/>
                <a:ea typeface="+mn-ea"/>
                <a:cs typeface="Abadi" panose="020F050202020403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chemeClr val="tx2"/>
              </a:buClr>
              <a:buFont typeface="Arial" panose="020B0604020202020204" pitchFamily="34" charset="0"/>
              <a:buChar char="•"/>
            </a:pPr>
            <a:r>
              <a:rPr lang="en-US">
                <a:cs typeface="Arial"/>
              </a:rPr>
              <a:t>DEPCOM Logistics team will coordinate with all deliveries to ensure:</a:t>
            </a:r>
          </a:p>
          <a:p>
            <a:pPr lvl="1">
              <a:buClr>
                <a:schemeClr val="tx2"/>
              </a:buClr>
            </a:pPr>
            <a:r>
              <a:rPr lang="en-US">
                <a:solidFill>
                  <a:schemeClr val="bg1"/>
                </a:solidFill>
                <a:cs typeface="Arial"/>
              </a:rPr>
              <a:t>Correct Transportation Routes are followed per the contract.</a:t>
            </a:r>
          </a:p>
          <a:p>
            <a:pPr lvl="1">
              <a:buClr>
                <a:schemeClr val="tx2"/>
              </a:buClr>
            </a:pPr>
            <a:r>
              <a:rPr lang="en-US">
                <a:solidFill>
                  <a:schemeClr val="bg1"/>
                </a:solidFill>
                <a:cs typeface="Arial"/>
              </a:rPr>
              <a:t>Deliveries are documented and uploaded into Procore.</a:t>
            </a:r>
          </a:p>
          <a:p>
            <a:pPr marL="457200" lvl="1" indent="0">
              <a:buClr>
                <a:schemeClr val="tx2"/>
              </a:buClr>
              <a:buFont typeface="Arial" panose="020B0604020202020204" pitchFamily="34" charset="0"/>
              <a:buNone/>
            </a:pPr>
            <a:endParaRPr lang="en-US">
              <a:solidFill>
                <a:schemeClr val="bg1"/>
              </a:solidFill>
              <a:cs typeface="Arial"/>
            </a:endParaRPr>
          </a:p>
          <a:p>
            <a:pPr marL="285750" indent="-285750">
              <a:buClr>
                <a:schemeClr val="tx2"/>
              </a:buClr>
              <a:buFont typeface="Arial" panose="020B0604020202020204" pitchFamily="34" charset="0"/>
              <a:buChar char="•"/>
            </a:pPr>
            <a:r>
              <a:rPr lang="en-US">
                <a:cs typeface="Arial"/>
              </a:rPr>
              <a:t>Delivery locations:</a:t>
            </a:r>
          </a:p>
          <a:p>
            <a:pPr lvl="1">
              <a:buClr>
                <a:schemeClr val="tx2"/>
              </a:buClr>
            </a:pPr>
            <a:r>
              <a:rPr lang="en-US">
                <a:solidFill>
                  <a:schemeClr val="bg1"/>
                </a:solidFill>
                <a:cs typeface="Arial"/>
              </a:rPr>
              <a:t>9 main laydown yards distributed across the entire project.</a:t>
            </a:r>
          </a:p>
          <a:p>
            <a:pPr lvl="1">
              <a:buClr>
                <a:schemeClr val="tx2"/>
              </a:buClr>
            </a:pPr>
            <a:r>
              <a:rPr lang="en-US">
                <a:solidFill>
                  <a:schemeClr val="bg1"/>
                </a:solidFill>
                <a:cs typeface="Arial"/>
              </a:rPr>
              <a:t>All laydown yards are equipped with security fencing.</a:t>
            </a:r>
          </a:p>
          <a:p>
            <a:pPr lvl="1">
              <a:buClr>
                <a:schemeClr val="tx2"/>
              </a:buClr>
            </a:pPr>
            <a:r>
              <a:rPr lang="en-US">
                <a:solidFill>
                  <a:schemeClr val="bg1"/>
                </a:solidFill>
                <a:cs typeface="Arial"/>
              </a:rPr>
              <a:t>Arrays will also be used to mitigate double handing. </a:t>
            </a:r>
          </a:p>
          <a:p>
            <a:pPr marL="285750" indent="-285750">
              <a:buClr>
                <a:schemeClr val="tx2"/>
              </a:buClr>
              <a:buFont typeface="Arial" panose="020B0604020202020204" pitchFamily="34" charset="0"/>
              <a:buChar char="•"/>
            </a:pPr>
            <a:r>
              <a:rPr lang="en-US">
                <a:cs typeface="Arial"/>
              </a:rPr>
              <a:t>Risks:</a:t>
            </a:r>
          </a:p>
          <a:p>
            <a:pPr lvl="1">
              <a:buClr>
                <a:schemeClr val="tx2"/>
              </a:buClr>
            </a:pPr>
            <a:r>
              <a:rPr lang="en-US">
                <a:solidFill>
                  <a:schemeClr val="bg1"/>
                </a:solidFill>
                <a:cs typeface="Arial"/>
              </a:rPr>
              <a:t>Community Relations</a:t>
            </a:r>
          </a:p>
          <a:p>
            <a:pPr lvl="1">
              <a:buClr>
                <a:schemeClr val="tx2"/>
              </a:buClr>
            </a:pPr>
            <a:r>
              <a:rPr lang="en-US">
                <a:solidFill>
                  <a:schemeClr val="bg1"/>
                </a:solidFill>
                <a:cs typeface="Arial"/>
              </a:rPr>
              <a:t>Unknown box culvert condition outside of permissible county roads.</a:t>
            </a:r>
          </a:p>
          <a:p>
            <a:pPr lvl="1">
              <a:buClr>
                <a:schemeClr val="tx2"/>
              </a:buClr>
            </a:pPr>
            <a:endParaRPr lang="en-US" sz="1200">
              <a:solidFill>
                <a:schemeClr val="bg1"/>
              </a:solidFill>
              <a:cs typeface="Arial"/>
            </a:endParaRPr>
          </a:p>
          <a:p>
            <a:endParaRPr lang="en-US">
              <a:cs typeface="Arial"/>
            </a:endParaRPr>
          </a:p>
        </p:txBody>
      </p:sp>
    </p:spTree>
    <p:extLst>
      <p:ext uri="{BB962C8B-B14F-4D97-AF65-F5344CB8AC3E}">
        <p14:creationId xmlns:p14="http://schemas.microsoft.com/office/powerpoint/2010/main" val="2286718152"/>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1DE50-772F-BE08-162D-58DB034E5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3B03B-987E-2D20-78B7-4D59CE7BF3E2}"/>
              </a:ext>
            </a:extLst>
          </p:cNvPr>
          <p:cNvSpPr>
            <a:spLocks noGrp="1"/>
          </p:cNvSpPr>
          <p:nvPr>
            <p:ph type="title"/>
          </p:nvPr>
        </p:nvSpPr>
        <p:spPr>
          <a:xfrm>
            <a:off x="584201" y="647527"/>
            <a:ext cx="5435599" cy="464608"/>
          </a:xfrm>
        </p:spPr>
        <p:txBody>
          <a:bodyPr anchor="ctr">
            <a:normAutofit/>
          </a:bodyPr>
          <a:lstStyle/>
          <a:p>
            <a:r>
              <a:rPr lang="en-US"/>
              <a:t>Logistics Management</a:t>
            </a:r>
          </a:p>
        </p:txBody>
      </p:sp>
      <p:sp>
        <p:nvSpPr>
          <p:cNvPr id="4" name="Text Placeholder 3">
            <a:extLst>
              <a:ext uri="{FF2B5EF4-FFF2-40B4-BE49-F238E27FC236}">
                <a16:creationId xmlns:a16="http://schemas.microsoft.com/office/drawing/2014/main" id="{8D5DE3B5-6305-A050-0A72-C98254F65FDD}"/>
              </a:ext>
            </a:extLst>
          </p:cNvPr>
          <p:cNvSpPr>
            <a:spLocks noGrp="1"/>
          </p:cNvSpPr>
          <p:nvPr>
            <p:ph type="body" sz="quarter" idx="13"/>
          </p:nvPr>
        </p:nvSpPr>
        <p:spPr>
          <a:xfrm>
            <a:off x="584200" y="1100133"/>
            <a:ext cx="5435600" cy="511175"/>
          </a:xfrm>
        </p:spPr>
        <p:txBody>
          <a:bodyPr>
            <a:normAutofit/>
          </a:bodyPr>
          <a:lstStyle/>
          <a:p>
            <a:r>
              <a:rPr lang="en-US"/>
              <a:t>Traffic Control Plan</a:t>
            </a:r>
          </a:p>
        </p:txBody>
      </p:sp>
      <p:pic>
        <p:nvPicPr>
          <p:cNvPr id="12" name="Picture 11" descr="A map of a village&#10;&#10;AI-generated content may be incorrect.">
            <a:extLst>
              <a:ext uri="{FF2B5EF4-FFF2-40B4-BE49-F238E27FC236}">
                <a16:creationId xmlns:a16="http://schemas.microsoft.com/office/drawing/2014/main" id="{4C0E4DEE-C118-144D-A707-C65D7A42C593}"/>
              </a:ext>
            </a:extLst>
          </p:cNvPr>
          <p:cNvPicPr>
            <a:picLocks noChangeAspect="1"/>
          </p:cNvPicPr>
          <p:nvPr/>
        </p:nvPicPr>
        <p:blipFill>
          <a:blip r:embed="rId2">
            <a:extLst>
              <a:ext uri="{28A0092B-C50C-407E-A947-70E740481C1C}">
                <a14:useLocalDpi xmlns:a14="http://schemas.microsoft.com/office/drawing/2010/main" val="0"/>
              </a:ext>
            </a:extLst>
          </a:blip>
          <a:srcRect b="8520"/>
          <a:stretch>
            <a:fillRect/>
          </a:stretch>
        </p:blipFill>
        <p:spPr>
          <a:xfrm>
            <a:off x="6256892" y="647527"/>
            <a:ext cx="4835767" cy="5347431"/>
          </a:xfrm>
          <a:prstGeom prst="rect">
            <a:avLst/>
          </a:prstGeom>
          <a:noFill/>
        </p:spPr>
      </p:pic>
      <p:cxnSp>
        <p:nvCxnSpPr>
          <p:cNvPr id="31" name="Straight Connector 30">
            <a:extLst>
              <a:ext uri="{FF2B5EF4-FFF2-40B4-BE49-F238E27FC236}">
                <a16:creationId xmlns:a16="http://schemas.microsoft.com/office/drawing/2014/main" id="{37C7655E-48EE-D035-C6DB-A869BF514B4C}"/>
              </a:ext>
            </a:extLst>
          </p:cNvPr>
          <p:cNvCxnSpPr/>
          <p:nvPr/>
        </p:nvCxnSpPr>
        <p:spPr>
          <a:xfrm>
            <a:off x="692585" y="3260528"/>
            <a:ext cx="318835" cy="0"/>
          </a:xfrm>
          <a:prstGeom prst="line">
            <a:avLst/>
          </a:prstGeom>
          <a:ln>
            <a:solidFill>
              <a:srgbClr val="31DFF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F7F85897-8CEF-683B-EF21-838902F6A0C8}"/>
              </a:ext>
            </a:extLst>
          </p:cNvPr>
          <p:cNvSpPr txBox="1"/>
          <p:nvPr/>
        </p:nvSpPr>
        <p:spPr>
          <a:xfrm>
            <a:off x="584731" y="3746542"/>
            <a:ext cx="5226719" cy="2031325"/>
          </a:xfrm>
          <a:prstGeom prst="rect">
            <a:avLst/>
          </a:prstGeom>
          <a:noFill/>
        </p:spPr>
        <p:txBody>
          <a:bodyPr wrap="square" rtlCol="0">
            <a:spAutoFit/>
          </a:bodyPr>
          <a:lstStyle/>
          <a:p>
            <a:r>
              <a:rPr lang="en-US" b="1">
                <a:solidFill>
                  <a:schemeClr val="bg1"/>
                </a:solidFill>
              </a:rPr>
              <a:t>Proposed route</a:t>
            </a:r>
          </a:p>
          <a:p>
            <a:endParaRPr lang="en-US" b="1">
              <a:solidFill>
                <a:schemeClr val="bg1"/>
              </a:solidFill>
            </a:endParaRPr>
          </a:p>
          <a:p>
            <a:pPr marL="285750" indent="-285750">
              <a:buFont typeface="Arial" panose="020B0604020202020204" pitchFamily="34" charset="0"/>
              <a:buChar char="•"/>
            </a:pPr>
            <a:r>
              <a:rPr lang="en-US">
                <a:solidFill>
                  <a:schemeClr val="bg1"/>
                </a:solidFill>
              </a:rPr>
              <a:t>All traffic will be directed to US-75.</a:t>
            </a:r>
          </a:p>
          <a:p>
            <a:pPr marL="285750" indent="-285750">
              <a:buFont typeface="Arial" panose="020B0604020202020204" pitchFamily="34" charset="0"/>
              <a:buChar char="•"/>
            </a:pPr>
            <a:r>
              <a:rPr lang="en-US">
                <a:solidFill>
                  <a:schemeClr val="bg1"/>
                </a:solidFill>
              </a:rPr>
              <a:t>US Hwy 75 at </a:t>
            </a:r>
            <a:r>
              <a:rPr lang="en-US" err="1">
                <a:solidFill>
                  <a:schemeClr val="bg1"/>
                </a:solidFill>
              </a:rPr>
              <a:t>Buffville</a:t>
            </a:r>
            <a:r>
              <a:rPr lang="en-US">
                <a:solidFill>
                  <a:schemeClr val="bg1"/>
                </a:solidFill>
              </a:rPr>
              <a:t>/ 800 Rd (Southwest corner) South entrance.</a:t>
            </a:r>
          </a:p>
          <a:p>
            <a:pPr marL="285750" indent="-285750">
              <a:buFont typeface="Arial" panose="020B0604020202020204" pitchFamily="34" charset="0"/>
              <a:buChar char="•"/>
            </a:pPr>
            <a:r>
              <a:rPr lang="en-US">
                <a:solidFill>
                  <a:schemeClr val="bg1"/>
                </a:solidFill>
              </a:rPr>
              <a:t>US Hwy 75 at 900 Rd (Northwest Corner) North Main entrance.</a:t>
            </a:r>
          </a:p>
        </p:txBody>
      </p:sp>
      <p:sp>
        <p:nvSpPr>
          <p:cNvPr id="13" name="TextBox 12">
            <a:extLst>
              <a:ext uri="{FF2B5EF4-FFF2-40B4-BE49-F238E27FC236}">
                <a16:creationId xmlns:a16="http://schemas.microsoft.com/office/drawing/2014/main" id="{EA2E3957-D8A9-9C0A-EE6A-28A975A02356}"/>
              </a:ext>
            </a:extLst>
          </p:cNvPr>
          <p:cNvSpPr txBox="1"/>
          <p:nvPr/>
        </p:nvSpPr>
        <p:spPr>
          <a:xfrm>
            <a:off x="1104247" y="1709695"/>
            <a:ext cx="4807975" cy="2031325"/>
          </a:xfrm>
          <a:prstGeom prst="rect">
            <a:avLst/>
          </a:prstGeom>
          <a:noFill/>
        </p:spPr>
        <p:txBody>
          <a:bodyPr wrap="square" lIns="91440" tIns="45720" rIns="91440" bIns="45720" rtlCol="0" anchor="t">
            <a:spAutoFit/>
          </a:bodyPr>
          <a:lstStyle/>
          <a:p>
            <a:r>
              <a:rPr lang="en-US" b="1">
                <a:solidFill>
                  <a:schemeClr val="bg1"/>
                </a:solidFill>
              </a:rPr>
              <a:t>LEGEND</a:t>
            </a:r>
          </a:p>
          <a:p>
            <a:endParaRPr lang="en-US" b="1">
              <a:solidFill>
                <a:schemeClr val="bg1"/>
              </a:solidFill>
            </a:endParaRPr>
          </a:p>
          <a:p>
            <a:r>
              <a:rPr lang="en-US">
                <a:solidFill>
                  <a:schemeClr val="bg1"/>
                </a:solidFill>
              </a:rPr>
              <a:t>         Proposed Inbound Traffic.</a:t>
            </a:r>
          </a:p>
          <a:p>
            <a:r>
              <a:rPr lang="en-US">
                <a:solidFill>
                  <a:schemeClr val="bg1"/>
                </a:solidFill>
              </a:rPr>
              <a:t>         Proposed Outbound Traffic.</a:t>
            </a:r>
            <a:endParaRPr lang="en-US">
              <a:solidFill>
                <a:schemeClr val="bg1"/>
              </a:solidFill>
              <a:cs typeface="Arial"/>
            </a:endParaRPr>
          </a:p>
          <a:p>
            <a:r>
              <a:rPr lang="en-US">
                <a:solidFill>
                  <a:schemeClr val="bg1"/>
                </a:solidFill>
              </a:rPr>
              <a:t>         Proposed Site entrance.</a:t>
            </a:r>
          </a:p>
          <a:p>
            <a:r>
              <a:rPr lang="en-US">
                <a:solidFill>
                  <a:schemeClr val="bg1"/>
                </a:solidFill>
              </a:rPr>
              <a:t>         Project Boundaries. </a:t>
            </a:r>
          </a:p>
          <a:p>
            <a:endParaRPr lang="en-US" b="1">
              <a:solidFill>
                <a:schemeClr val="bg1"/>
              </a:solidFill>
            </a:endParaRPr>
          </a:p>
        </p:txBody>
      </p:sp>
      <p:cxnSp>
        <p:nvCxnSpPr>
          <p:cNvPr id="5" name="Straight Arrow Connector 4">
            <a:extLst>
              <a:ext uri="{FF2B5EF4-FFF2-40B4-BE49-F238E27FC236}">
                <a16:creationId xmlns:a16="http://schemas.microsoft.com/office/drawing/2014/main" id="{D0D10854-A5D1-FB63-548D-80B88D82B423}"/>
              </a:ext>
            </a:extLst>
          </p:cNvPr>
          <p:cNvCxnSpPr>
            <a:cxnSpLocks/>
          </p:cNvCxnSpPr>
          <p:nvPr/>
        </p:nvCxnSpPr>
        <p:spPr>
          <a:xfrm flipH="1">
            <a:off x="686446" y="2684581"/>
            <a:ext cx="358364" cy="11545"/>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244518B3-851D-7B7D-E4FD-68C1E1126D10}"/>
              </a:ext>
            </a:extLst>
          </p:cNvPr>
          <p:cNvSpPr/>
          <p:nvPr/>
        </p:nvSpPr>
        <p:spPr>
          <a:xfrm>
            <a:off x="689573" y="2889173"/>
            <a:ext cx="330380" cy="239765"/>
          </a:xfrm>
          <a:prstGeom prst="ellipse">
            <a:avLst/>
          </a:prstGeom>
          <a:solidFill>
            <a:srgbClr val="1C2B39"/>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C3BF53B9-F7F7-30A9-FDEF-0F8E5E800FE6}"/>
              </a:ext>
            </a:extLst>
          </p:cNvPr>
          <p:cNvCxnSpPr>
            <a:cxnSpLocks/>
          </p:cNvCxnSpPr>
          <p:nvPr/>
        </p:nvCxnSpPr>
        <p:spPr>
          <a:xfrm>
            <a:off x="682055" y="2468273"/>
            <a:ext cx="34590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0930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08EDF-989B-99EC-6587-11DC8998A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E4A58-8824-5337-5A67-E9D9BACF9974}"/>
              </a:ext>
            </a:extLst>
          </p:cNvPr>
          <p:cNvSpPr>
            <a:spLocks noGrp="1"/>
          </p:cNvSpPr>
          <p:nvPr>
            <p:ph type="title"/>
          </p:nvPr>
        </p:nvSpPr>
        <p:spPr/>
        <p:txBody>
          <a:bodyPr/>
          <a:lstStyle/>
          <a:p>
            <a:r>
              <a:rPr lang="en-US"/>
              <a:t>Construction Management</a:t>
            </a:r>
          </a:p>
        </p:txBody>
      </p:sp>
      <p:sp>
        <p:nvSpPr>
          <p:cNvPr id="3" name="Content Placeholder 3">
            <a:extLst>
              <a:ext uri="{FF2B5EF4-FFF2-40B4-BE49-F238E27FC236}">
                <a16:creationId xmlns:a16="http://schemas.microsoft.com/office/drawing/2014/main" id="{678EFC3E-4C26-339B-B39C-BD6FEA774957}"/>
              </a:ext>
            </a:extLst>
          </p:cNvPr>
          <p:cNvSpPr>
            <a:spLocks noGrp="1"/>
          </p:cNvSpPr>
          <p:nvPr>
            <p:ph sz="half" idx="1"/>
          </p:nvPr>
        </p:nvSpPr>
        <p:spPr>
          <a:xfrm>
            <a:off x="584201" y="1141424"/>
            <a:ext cx="6198062" cy="4711149"/>
          </a:xfrm>
        </p:spPr>
        <p:txBody>
          <a:bodyPr vert="horz" lIns="91440" tIns="45720" rIns="91440" bIns="45720" rtlCol="0" anchor="t">
            <a:noAutofit/>
          </a:bodyPr>
          <a:lstStyle/>
          <a:p>
            <a:pPr>
              <a:buClr>
                <a:schemeClr val="tx2"/>
              </a:buClr>
            </a:pPr>
            <a:r>
              <a:rPr lang="en-US" sz="1400">
                <a:solidFill>
                  <a:schemeClr val="tx1"/>
                </a:solidFill>
                <a:latin typeface="Arial"/>
                <a:cs typeface="Arial"/>
              </a:rPr>
              <a:t>Highlights</a:t>
            </a:r>
          </a:p>
          <a:p>
            <a:pPr lvl="1">
              <a:buClr>
                <a:schemeClr val="tx2"/>
              </a:buClr>
              <a:buFont typeface="Courier New" panose="020B0604020202020204" pitchFamily="34" charset="0"/>
              <a:buChar char="o"/>
            </a:pPr>
            <a:r>
              <a:rPr lang="en-US" sz="1400">
                <a:solidFill>
                  <a:schemeClr val="tx1"/>
                </a:solidFill>
                <a:latin typeface="Arial"/>
                <a:cs typeface="Arial"/>
              </a:rPr>
              <a:t>Block 1 MC – 2/12/27</a:t>
            </a:r>
          </a:p>
          <a:p>
            <a:pPr lvl="1">
              <a:buClr>
                <a:schemeClr val="tx2"/>
              </a:buClr>
              <a:buFont typeface="Courier New" panose="020B0604020202020204" pitchFamily="34" charset="0"/>
              <a:buChar char="o"/>
            </a:pPr>
            <a:r>
              <a:rPr lang="en-US" sz="1400">
                <a:solidFill>
                  <a:schemeClr val="tx1"/>
                </a:solidFill>
                <a:latin typeface="Arial"/>
                <a:cs typeface="Arial"/>
              </a:rPr>
              <a:t>Block 2 MC – 2/19/27</a:t>
            </a:r>
          </a:p>
          <a:p>
            <a:pPr lvl="1">
              <a:buClr>
                <a:schemeClr val="tx2"/>
              </a:buClr>
              <a:buFont typeface="Courier New" panose="020B0604020202020204" pitchFamily="34" charset="0"/>
              <a:buChar char="o"/>
            </a:pPr>
            <a:r>
              <a:rPr lang="en-US" sz="1400">
                <a:solidFill>
                  <a:schemeClr val="tx1"/>
                </a:solidFill>
                <a:latin typeface="Arial"/>
                <a:cs typeface="Arial"/>
              </a:rPr>
              <a:t>Block 3 MC – 2/26/27</a:t>
            </a:r>
          </a:p>
          <a:p>
            <a:pPr lvl="1">
              <a:buClr>
                <a:schemeClr val="tx2"/>
              </a:buClr>
              <a:buFont typeface="Courier New" panose="020B0604020202020204" pitchFamily="34" charset="0"/>
              <a:buChar char="o"/>
            </a:pPr>
            <a:r>
              <a:rPr lang="en-US" sz="1400">
                <a:solidFill>
                  <a:schemeClr val="tx1"/>
                </a:solidFill>
                <a:latin typeface="Arial"/>
                <a:cs typeface="Arial"/>
              </a:rPr>
              <a:t>SC – 5/15/27 </a:t>
            </a:r>
          </a:p>
          <a:p>
            <a:pPr lvl="1">
              <a:buClr>
                <a:schemeClr val="tx2"/>
              </a:buClr>
              <a:buFont typeface="Courier New" panose="020B0604020202020204" pitchFamily="34" charset="0"/>
              <a:buChar char="o"/>
            </a:pPr>
            <a:r>
              <a:rPr lang="en-US" sz="1400">
                <a:solidFill>
                  <a:schemeClr val="tx1"/>
                </a:solidFill>
                <a:latin typeface="Arial"/>
                <a:cs typeface="Arial"/>
              </a:rPr>
              <a:t>FC – 10/22/27</a:t>
            </a:r>
            <a:endParaRPr lang="en-US" sz="1400">
              <a:solidFill>
                <a:schemeClr val="tx1"/>
              </a:solidFill>
            </a:endParaRPr>
          </a:p>
          <a:p>
            <a:pPr lvl="1">
              <a:buClr>
                <a:schemeClr val="tx2"/>
              </a:buClr>
              <a:buFont typeface="Courier New" panose="020B0604020202020204" pitchFamily="34" charset="0"/>
              <a:buChar char="o"/>
            </a:pPr>
            <a:endParaRPr lang="en-US" sz="1400">
              <a:solidFill>
                <a:schemeClr val="tx1"/>
              </a:solidFill>
              <a:latin typeface="Arial"/>
              <a:cs typeface="Arial"/>
            </a:endParaRPr>
          </a:p>
          <a:p>
            <a:pPr>
              <a:buClr>
                <a:schemeClr val="tx2"/>
              </a:buClr>
            </a:pPr>
            <a:endParaRPr lang="en-US" sz="1400">
              <a:solidFill>
                <a:schemeClr val="tx1"/>
              </a:solidFill>
              <a:latin typeface="Arial"/>
              <a:cs typeface="Arial"/>
            </a:endParaRPr>
          </a:p>
          <a:p>
            <a:r>
              <a:rPr lang="en-US" sz="1400">
                <a:solidFill>
                  <a:schemeClr val="tx1"/>
                </a:solidFill>
                <a:latin typeface="Arial"/>
                <a:cs typeface="Arial"/>
              </a:rPr>
              <a:t>Site Specific</a:t>
            </a:r>
            <a:endParaRPr lang="en-US">
              <a:solidFill>
                <a:schemeClr val="tx1"/>
              </a:solidFill>
            </a:endParaRPr>
          </a:p>
          <a:p>
            <a:pPr lvl="1">
              <a:buClr>
                <a:srgbClr val="FABC14"/>
              </a:buClr>
              <a:buFont typeface="Courier New" panose="020B0604020202020204" pitchFamily="34" charset="0"/>
              <a:buChar char="o"/>
            </a:pPr>
            <a:r>
              <a:rPr lang="en-US" sz="1400">
                <a:solidFill>
                  <a:schemeClr val="tx1"/>
                </a:solidFill>
                <a:latin typeface="Arial"/>
                <a:cs typeface="Arial"/>
              </a:rPr>
              <a:t>Contractor-specific Kick-Off Meetings – Prior to CSD for their activity </a:t>
            </a:r>
            <a:endParaRPr lang="en-US">
              <a:solidFill>
                <a:schemeClr val="tx1"/>
              </a:solidFill>
              <a:latin typeface="Arial"/>
              <a:cs typeface="Arial"/>
            </a:endParaRPr>
          </a:p>
          <a:p>
            <a:pPr lvl="1">
              <a:buClr>
                <a:srgbClr val="FABC14"/>
              </a:buClr>
              <a:buFont typeface="Courier New" panose="020B0604020202020204" pitchFamily="34" charset="0"/>
              <a:buChar char="o"/>
            </a:pPr>
            <a:r>
              <a:rPr lang="en-US" sz="1400">
                <a:solidFill>
                  <a:schemeClr val="tx1"/>
                </a:solidFill>
                <a:latin typeface="Arial"/>
                <a:cs typeface="Arial"/>
              </a:rPr>
              <a:t>Site Specific Safety Orientation</a:t>
            </a:r>
            <a:endParaRPr lang="en-US">
              <a:solidFill>
                <a:schemeClr val="tx1"/>
              </a:solidFill>
              <a:latin typeface="Arial"/>
              <a:cs typeface="Arial"/>
            </a:endParaRPr>
          </a:p>
          <a:p>
            <a:pPr lvl="1">
              <a:buClr>
                <a:srgbClr val="FABC14"/>
              </a:buClr>
              <a:buFont typeface="Courier New" panose="020B0604020202020204" pitchFamily="34" charset="0"/>
              <a:buChar char="o"/>
            </a:pPr>
            <a:r>
              <a:rPr lang="en-US" sz="1400">
                <a:solidFill>
                  <a:schemeClr val="tx1"/>
                </a:solidFill>
                <a:ea typeface="+mn-lt"/>
                <a:cs typeface="+mn-lt"/>
              </a:rPr>
              <a:t>Work Schedule M-F 7 am-5:30 pm</a:t>
            </a:r>
            <a:endParaRPr lang="en-US">
              <a:solidFill>
                <a:schemeClr val="tx1"/>
              </a:solidFill>
            </a:endParaRPr>
          </a:p>
          <a:p>
            <a:pPr lvl="1">
              <a:buClr>
                <a:srgbClr val="FABC14"/>
              </a:buClr>
              <a:buFont typeface="Courier New" panose="020B0604020202020204" pitchFamily="34" charset="0"/>
              <a:buChar char="o"/>
            </a:pPr>
            <a:r>
              <a:rPr lang="en-US" sz="1400">
                <a:solidFill>
                  <a:schemeClr val="tx1"/>
                </a:solidFill>
                <a:ea typeface="+mn-lt"/>
                <a:cs typeface="+mn-lt"/>
              </a:rPr>
              <a:t>Daily Morning Stretch and Flex / Safety Toolbox Talk -</a:t>
            </a:r>
            <a:r>
              <a:rPr lang="en-US" sz="1400">
                <a:solidFill>
                  <a:schemeClr val="tx1"/>
                </a:solidFill>
                <a:latin typeface="Arial"/>
                <a:cs typeface="Arial"/>
              </a:rPr>
              <a:t> 7 am</a:t>
            </a:r>
            <a:endParaRPr lang="en-US" sz="1400">
              <a:solidFill>
                <a:schemeClr val="tx1"/>
              </a:solidFill>
            </a:endParaRPr>
          </a:p>
          <a:p>
            <a:pPr lvl="1">
              <a:buClr>
                <a:srgbClr val="FABC14"/>
              </a:buClr>
              <a:buFont typeface="Courier New" panose="020B0604020202020204" pitchFamily="34" charset="0"/>
              <a:buChar char="o"/>
            </a:pPr>
            <a:r>
              <a:rPr lang="en-US" sz="1400">
                <a:solidFill>
                  <a:schemeClr val="tx1"/>
                </a:solidFill>
                <a:latin typeface="Arial"/>
                <a:cs typeface="Arial"/>
              </a:rPr>
              <a:t>Daily POD (Plan of the Day) Meeting with all subcontractors – 7:30 am, notes to be sent out daily </a:t>
            </a:r>
          </a:p>
          <a:p>
            <a:pPr lvl="1">
              <a:buClr>
                <a:srgbClr val="FABC14"/>
              </a:buClr>
              <a:buFont typeface="Courier New" panose="020B0604020202020204" pitchFamily="34" charset="0"/>
              <a:buChar char="o"/>
            </a:pPr>
            <a:endParaRPr lang="en-US" sz="1400">
              <a:solidFill>
                <a:schemeClr val="tx1"/>
              </a:solidFill>
              <a:cs typeface="Arial"/>
            </a:endParaRPr>
          </a:p>
          <a:p>
            <a:pPr lvl="1">
              <a:buClr>
                <a:srgbClr val="FABC14"/>
              </a:buClr>
              <a:buFont typeface="Courier New" panose="020B0604020202020204" pitchFamily="34" charset="0"/>
              <a:buChar char="o"/>
            </a:pPr>
            <a:endParaRPr lang="en-US" sz="1200">
              <a:solidFill>
                <a:schemeClr val="bg1"/>
              </a:solidFill>
              <a:latin typeface="Arial"/>
              <a:cs typeface="Arial"/>
            </a:endParaRPr>
          </a:p>
        </p:txBody>
      </p:sp>
      <p:sp>
        <p:nvSpPr>
          <p:cNvPr id="4" name="Content Placeholder 3">
            <a:extLst>
              <a:ext uri="{FF2B5EF4-FFF2-40B4-BE49-F238E27FC236}">
                <a16:creationId xmlns:a16="http://schemas.microsoft.com/office/drawing/2014/main" id="{1AEAA5F2-6C35-3EAF-E7C5-52D1E14BCFC8}"/>
              </a:ext>
            </a:extLst>
          </p:cNvPr>
          <p:cNvSpPr txBox="1">
            <a:spLocks/>
          </p:cNvSpPr>
          <p:nvPr/>
        </p:nvSpPr>
        <p:spPr>
          <a:xfrm>
            <a:off x="6270795" y="2592389"/>
            <a:ext cx="5487524" cy="32763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endParaRPr lang="en-US"/>
          </a:p>
          <a:p>
            <a:pPr marL="0" indent="0">
              <a:buClr>
                <a:schemeClr val="tx2"/>
              </a:buClr>
              <a:buNone/>
            </a:pPr>
            <a:r>
              <a:rPr lang="en-US" sz="1400">
                <a:latin typeface="Arial"/>
                <a:cs typeface="Arial"/>
              </a:rPr>
              <a:t>   </a:t>
            </a:r>
            <a:endParaRPr lang="en-US">
              <a:cs typeface="Arial" panose="020B0604020202020204" pitchFamily="34" charset="0"/>
            </a:endParaRPr>
          </a:p>
          <a:p>
            <a:pPr>
              <a:buClr>
                <a:schemeClr val="tx2"/>
              </a:buClr>
            </a:pPr>
            <a:r>
              <a:rPr lang="en-US" sz="1400">
                <a:latin typeface="Arial"/>
                <a:cs typeface="Arial"/>
              </a:rPr>
              <a:t>Site Specific </a:t>
            </a:r>
            <a:endParaRPr lang="en-US">
              <a:cs typeface="Arial"/>
            </a:endParaRPr>
          </a:p>
          <a:p>
            <a:pPr lvl="1">
              <a:buClr>
                <a:srgbClr val="FABC14"/>
              </a:buClr>
              <a:buFont typeface="Courier New,monospace" panose="020B0604020202020204" pitchFamily="34" charset="0"/>
              <a:buChar char="o"/>
            </a:pPr>
            <a:r>
              <a:rPr lang="en-US" sz="1400">
                <a:ea typeface="+mn-lt"/>
                <a:cs typeface="+mn-lt"/>
              </a:rPr>
              <a:t>Weekly All Hands Safety Meeting – Wednesday at 7 am at the Main office laydown area</a:t>
            </a:r>
          </a:p>
          <a:p>
            <a:pPr lvl="1">
              <a:buClr>
                <a:srgbClr val="FABC14"/>
              </a:buClr>
              <a:buFont typeface="Courier New,monospace" panose="020B0604020202020204" pitchFamily="34" charset="0"/>
              <a:buChar char="o"/>
            </a:pPr>
            <a:r>
              <a:rPr lang="en-US" sz="1400">
                <a:ea typeface="+mn-lt"/>
                <a:cs typeface="+mn-lt"/>
              </a:rPr>
              <a:t>Daily engagement of all site personnel to strengthen our Safety Culture and reinforce a safety-first mindset. </a:t>
            </a:r>
          </a:p>
          <a:p>
            <a:pPr lvl="1">
              <a:buClr>
                <a:srgbClr val="FABC14"/>
              </a:buClr>
              <a:buFont typeface="Courier New,monospace" panose="020B0604020202020204" pitchFamily="34" charset="0"/>
              <a:buChar char="o"/>
            </a:pPr>
            <a:r>
              <a:rPr lang="en-US" sz="1400">
                <a:latin typeface="Arial"/>
                <a:cs typeface="Arial"/>
              </a:rPr>
              <a:t>Drive the schedule with coordination amongst all subcontractors</a:t>
            </a:r>
          </a:p>
          <a:p>
            <a:pPr lvl="1">
              <a:buClr>
                <a:srgbClr val="FABC14"/>
              </a:buClr>
              <a:buFont typeface="Courier New,monospace" panose="020B0604020202020204" pitchFamily="34" charset="0"/>
              <a:buChar char="o"/>
            </a:pPr>
            <a:r>
              <a:rPr lang="en-US" sz="1400">
                <a:latin typeface="Arial"/>
                <a:cs typeface="Arial"/>
              </a:rPr>
              <a:t>Mitigate constraints at the site level, escalate as necessary.</a:t>
            </a:r>
          </a:p>
          <a:p>
            <a:pPr lvl="1">
              <a:buClr>
                <a:srgbClr val="FABC14"/>
              </a:buClr>
              <a:buFont typeface="Courier New,monospace" panose="020B0604020202020204" pitchFamily="34" charset="0"/>
              <a:buChar char="o"/>
            </a:pPr>
            <a:endParaRPr lang="en-US" sz="1200">
              <a:latin typeface="Arial"/>
              <a:cs typeface="Arial"/>
            </a:endParaRPr>
          </a:p>
          <a:p>
            <a:pPr lvl="1">
              <a:buFont typeface="Courier New,monospace" panose="020B0604020202020204" pitchFamily="34" charset="0"/>
              <a:buChar char="o"/>
            </a:pPr>
            <a:endParaRPr lang="en-US" sz="1200">
              <a:latin typeface="Arial"/>
              <a:cs typeface="Arial"/>
            </a:endParaRPr>
          </a:p>
          <a:p>
            <a:pPr lvl="1">
              <a:buFont typeface="Courier New,monospace" panose="020B0604020202020204" pitchFamily="34" charset="0"/>
              <a:buChar char="o"/>
            </a:pPr>
            <a:endParaRPr lang="en-US" sz="1200">
              <a:solidFill>
                <a:schemeClr val="bg1"/>
              </a:solidFill>
              <a:latin typeface="Arial"/>
              <a:cs typeface="Arial"/>
            </a:endParaRPr>
          </a:p>
          <a:p>
            <a:pPr lvl="1">
              <a:buClr>
                <a:srgbClr val="FABC14"/>
              </a:buClr>
              <a:buFont typeface="Courier New,monospace" panose="020B0604020202020204" pitchFamily="34" charset="0"/>
              <a:buChar char="o"/>
            </a:pPr>
            <a:endParaRPr lang="en-US" sz="1200">
              <a:solidFill>
                <a:schemeClr val="bg1"/>
              </a:solidFill>
              <a:latin typeface="Arial"/>
              <a:cs typeface="Arial"/>
            </a:endParaRPr>
          </a:p>
          <a:p>
            <a:pPr marL="914400" lvl="2" indent="0">
              <a:buNone/>
            </a:pPr>
            <a:endParaRPr lang="en-US" sz="800">
              <a:solidFill>
                <a:schemeClr val="bg1"/>
              </a:solidFill>
              <a:latin typeface="Arial"/>
              <a:cs typeface="Arial"/>
            </a:endParaRPr>
          </a:p>
          <a:p>
            <a:pPr lvl="1">
              <a:buFont typeface="Courier New,monospace" panose="020B0604020202020204" pitchFamily="34" charset="0"/>
              <a:buChar char="o"/>
            </a:pPr>
            <a:endParaRPr lang="en-US" sz="1200">
              <a:solidFill>
                <a:schemeClr val="bg1"/>
              </a:solidFill>
              <a:latin typeface="Arial"/>
              <a:cs typeface="Arial"/>
            </a:endParaRPr>
          </a:p>
          <a:p>
            <a:pPr lvl="1">
              <a:buFont typeface="Courier New,monospace" panose="020B0604020202020204" pitchFamily="34" charset="0"/>
              <a:buChar char="o"/>
            </a:pPr>
            <a:endParaRPr lang="en-US" sz="1200">
              <a:solidFill>
                <a:schemeClr val="bg1"/>
              </a:solidFill>
              <a:latin typeface="Arial"/>
              <a:cs typeface="Arial"/>
            </a:endParaRPr>
          </a:p>
        </p:txBody>
      </p:sp>
      <p:pic>
        <p:nvPicPr>
          <p:cNvPr id="2050" name="Picture 2" descr="Capabilities | DEPCOM">
            <a:extLst>
              <a:ext uri="{FF2B5EF4-FFF2-40B4-BE49-F238E27FC236}">
                <a16:creationId xmlns:a16="http://schemas.microsoft.com/office/drawing/2014/main" id="{FC249FC0-3C9F-1009-073B-37200677E6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6802" y="186901"/>
            <a:ext cx="4678130" cy="3053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459130"/>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454A2-7E1B-C654-57F7-FEE10F59D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9B12D-6AF5-437D-3319-E301E72CBDA1}"/>
              </a:ext>
            </a:extLst>
          </p:cNvPr>
          <p:cNvSpPr>
            <a:spLocks noGrp="1"/>
          </p:cNvSpPr>
          <p:nvPr>
            <p:ph type="title"/>
          </p:nvPr>
        </p:nvSpPr>
        <p:spPr>
          <a:xfrm>
            <a:off x="487949" y="339725"/>
            <a:ext cx="10515600" cy="464608"/>
          </a:xfrm>
        </p:spPr>
        <p:txBody>
          <a:bodyPr/>
          <a:lstStyle/>
          <a:p>
            <a:r>
              <a:rPr lang="en-US"/>
              <a:t>Construction Management</a:t>
            </a:r>
          </a:p>
        </p:txBody>
      </p:sp>
      <p:sp>
        <p:nvSpPr>
          <p:cNvPr id="8" name="Freeform 14">
            <a:extLst>
              <a:ext uri="{FF2B5EF4-FFF2-40B4-BE49-F238E27FC236}">
                <a16:creationId xmlns:a16="http://schemas.microsoft.com/office/drawing/2014/main" id="{570B373E-9DC7-E272-FF41-FD64C946B827}"/>
              </a:ext>
            </a:extLst>
          </p:cNvPr>
          <p:cNvSpPr/>
          <p:nvPr/>
        </p:nvSpPr>
        <p:spPr>
          <a:xfrm>
            <a:off x="6780600" y="866245"/>
            <a:ext cx="4344365" cy="5125510"/>
          </a:xfrm>
          <a:custGeom>
            <a:avLst/>
            <a:gdLst>
              <a:gd name="connsiteX0" fmla="*/ 142613 w 4169329"/>
              <a:gd name="connsiteY0" fmla="*/ 0 h 1275127"/>
              <a:gd name="connsiteX1" fmla="*/ 4001549 w 4169329"/>
              <a:gd name="connsiteY1" fmla="*/ 0 h 1275127"/>
              <a:gd name="connsiteX2" fmla="*/ 4169329 w 4169329"/>
              <a:gd name="connsiteY2" fmla="*/ 176169 h 1275127"/>
              <a:gd name="connsiteX3" fmla="*/ 4169329 w 4169329"/>
              <a:gd name="connsiteY3" fmla="*/ 1107347 h 1275127"/>
              <a:gd name="connsiteX4" fmla="*/ 4001549 w 4169329"/>
              <a:gd name="connsiteY4" fmla="*/ 1275127 h 1275127"/>
              <a:gd name="connsiteX5" fmla="*/ 167780 w 4169329"/>
              <a:gd name="connsiteY5" fmla="*/ 1275127 h 1275127"/>
              <a:gd name="connsiteX6" fmla="*/ 0 w 4169329"/>
              <a:gd name="connsiteY6" fmla="*/ 1115736 h 1275127"/>
              <a:gd name="connsiteX7" fmla="*/ 0 w 4169329"/>
              <a:gd name="connsiteY7" fmla="*/ 176169 h 1275127"/>
              <a:gd name="connsiteX8" fmla="*/ 142613 w 4169329"/>
              <a:gd name="connsiteY8" fmla="*/ 0 h 1275127"/>
              <a:gd name="connsiteX0" fmla="*/ 166497 w 4193213"/>
              <a:gd name="connsiteY0" fmla="*/ 0 h 1275127"/>
              <a:gd name="connsiteX1" fmla="*/ 4025433 w 4193213"/>
              <a:gd name="connsiteY1" fmla="*/ 0 h 1275127"/>
              <a:gd name="connsiteX2" fmla="*/ 4193213 w 4193213"/>
              <a:gd name="connsiteY2" fmla="*/ 176169 h 1275127"/>
              <a:gd name="connsiteX3" fmla="*/ 4193213 w 4193213"/>
              <a:gd name="connsiteY3" fmla="*/ 1107347 h 1275127"/>
              <a:gd name="connsiteX4" fmla="*/ 4025433 w 4193213"/>
              <a:gd name="connsiteY4" fmla="*/ 1275127 h 1275127"/>
              <a:gd name="connsiteX5" fmla="*/ 191664 w 4193213"/>
              <a:gd name="connsiteY5" fmla="*/ 1275127 h 1275127"/>
              <a:gd name="connsiteX6" fmla="*/ 23884 w 4193213"/>
              <a:gd name="connsiteY6" fmla="*/ 1115736 h 1275127"/>
              <a:gd name="connsiteX7" fmla="*/ 0 w 4193213"/>
              <a:gd name="connsiteY7" fmla="*/ 162522 h 1275127"/>
              <a:gd name="connsiteX8" fmla="*/ 166497 w 4193213"/>
              <a:gd name="connsiteY8" fmla="*/ 0 h 1275127"/>
              <a:gd name="connsiteX0" fmla="*/ 169909 w 4196625"/>
              <a:gd name="connsiteY0" fmla="*/ 0 h 1275127"/>
              <a:gd name="connsiteX1" fmla="*/ 4028845 w 4196625"/>
              <a:gd name="connsiteY1" fmla="*/ 0 h 1275127"/>
              <a:gd name="connsiteX2" fmla="*/ 4196625 w 4196625"/>
              <a:gd name="connsiteY2" fmla="*/ 176169 h 1275127"/>
              <a:gd name="connsiteX3" fmla="*/ 4196625 w 4196625"/>
              <a:gd name="connsiteY3" fmla="*/ 1107347 h 1275127"/>
              <a:gd name="connsiteX4" fmla="*/ 4028845 w 4196625"/>
              <a:gd name="connsiteY4" fmla="*/ 1275127 h 1275127"/>
              <a:gd name="connsiteX5" fmla="*/ 195076 w 4196625"/>
              <a:gd name="connsiteY5" fmla="*/ 1275127 h 1275127"/>
              <a:gd name="connsiteX6" fmla="*/ 0 w 4196625"/>
              <a:gd name="connsiteY6" fmla="*/ 1115736 h 1275127"/>
              <a:gd name="connsiteX7" fmla="*/ 3412 w 4196625"/>
              <a:gd name="connsiteY7" fmla="*/ 162522 h 1275127"/>
              <a:gd name="connsiteX8" fmla="*/ 169909 w 4196625"/>
              <a:gd name="connsiteY8" fmla="*/ 0 h 1275127"/>
              <a:gd name="connsiteX0" fmla="*/ 169909 w 4196625"/>
              <a:gd name="connsiteY0" fmla="*/ 0 h 1281951"/>
              <a:gd name="connsiteX1" fmla="*/ 4028845 w 4196625"/>
              <a:gd name="connsiteY1" fmla="*/ 0 h 1281951"/>
              <a:gd name="connsiteX2" fmla="*/ 4196625 w 4196625"/>
              <a:gd name="connsiteY2" fmla="*/ 176169 h 1281951"/>
              <a:gd name="connsiteX3" fmla="*/ 4196625 w 4196625"/>
              <a:gd name="connsiteY3" fmla="*/ 1107347 h 1281951"/>
              <a:gd name="connsiteX4" fmla="*/ 4028845 w 4196625"/>
              <a:gd name="connsiteY4" fmla="*/ 1275127 h 1281951"/>
              <a:gd name="connsiteX5" fmla="*/ 167780 w 4196625"/>
              <a:gd name="connsiteY5" fmla="*/ 1281951 h 1281951"/>
              <a:gd name="connsiteX6" fmla="*/ 0 w 4196625"/>
              <a:gd name="connsiteY6" fmla="*/ 1115736 h 1281951"/>
              <a:gd name="connsiteX7" fmla="*/ 3412 w 4196625"/>
              <a:gd name="connsiteY7" fmla="*/ 162522 h 1281951"/>
              <a:gd name="connsiteX8" fmla="*/ 169909 w 4196625"/>
              <a:gd name="connsiteY8" fmla="*/ 0 h 1281951"/>
              <a:gd name="connsiteX0" fmla="*/ 262032 w 4196625"/>
              <a:gd name="connsiteY0" fmla="*/ 235424 h 1281951"/>
              <a:gd name="connsiteX1" fmla="*/ 4028845 w 4196625"/>
              <a:gd name="connsiteY1" fmla="*/ 0 h 1281951"/>
              <a:gd name="connsiteX2" fmla="*/ 4196625 w 4196625"/>
              <a:gd name="connsiteY2" fmla="*/ 176169 h 1281951"/>
              <a:gd name="connsiteX3" fmla="*/ 4196625 w 4196625"/>
              <a:gd name="connsiteY3" fmla="*/ 1107347 h 1281951"/>
              <a:gd name="connsiteX4" fmla="*/ 4028845 w 4196625"/>
              <a:gd name="connsiteY4" fmla="*/ 1275127 h 1281951"/>
              <a:gd name="connsiteX5" fmla="*/ 167780 w 4196625"/>
              <a:gd name="connsiteY5" fmla="*/ 1281951 h 1281951"/>
              <a:gd name="connsiteX6" fmla="*/ 0 w 4196625"/>
              <a:gd name="connsiteY6" fmla="*/ 1115736 h 1281951"/>
              <a:gd name="connsiteX7" fmla="*/ 3412 w 4196625"/>
              <a:gd name="connsiteY7" fmla="*/ 162522 h 1281951"/>
              <a:gd name="connsiteX8" fmla="*/ 262032 w 4196625"/>
              <a:gd name="connsiteY8" fmla="*/ 235424 h 1281951"/>
              <a:gd name="connsiteX0" fmla="*/ 169909 w 4196625"/>
              <a:gd name="connsiteY0" fmla="*/ 0 h 1281951"/>
              <a:gd name="connsiteX1" fmla="*/ 4028845 w 4196625"/>
              <a:gd name="connsiteY1" fmla="*/ 0 h 1281951"/>
              <a:gd name="connsiteX2" fmla="*/ 4196625 w 4196625"/>
              <a:gd name="connsiteY2" fmla="*/ 176169 h 1281951"/>
              <a:gd name="connsiteX3" fmla="*/ 4196625 w 4196625"/>
              <a:gd name="connsiteY3" fmla="*/ 1107347 h 1281951"/>
              <a:gd name="connsiteX4" fmla="*/ 4028845 w 4196625"/>
              <a:gd name="connsiteY4" fmla="*/ 1275127 h 1281951"/>
              <a:gd name="connsiteX5" fmla="*/ 167780 w 4196625"/>
              <a:gd name="connsiteY5" fmla="*/ 1281951 h 1281951"/>
              <a:gd name="connsiteX6" fmla="*/ 0 w 4196625"/>
              <a:gd name="connsiteY6" fmla="*/ 1115736 h 1281951"/>
              <a:gd name="connsiteX7" fmla="*/ 3412 w 4196625"/>
              <a:gd name="connsiteY7" fmla="*/ 162522 h 1281951"/>
              <a:gd name="connsiteX8" fmla="*/ 169909 w 4196625"/>
              <a:gd name="connsiteY8" fmla="*/ 0 h 1281951"/>
              <a:gd name="connsiteX0" fmla="*/ 169909 w 4196625"/>
              <a:gd name="connsiteY0" fmla="*/ 0 h 1281951"/>
              <a:gd name="connsiteX1" fmla="*/ 4028845 w 4196625"/>
              <a:gd name="connsiteY1" fmla="*/ 0 h 1281951"/>
              <a:gd name="connsiteX2" fmla="*/ 4196625 w 4196625"/>
              <a:gd name="connsiteY2" fmla="*/ 155698 h 1281951"/>
              <a:gd name="connsiteX3" fmla="*/ 4196625 w 4196625"/>
              <a:gd name="connsiteY3" fmla="*/ 1107347 h 1281951"/>
              <a:gd name="connsiteX4" fmla="*/ 4028845 w 4196625"/>
              <a:gd name="connsiteY4" fmla="*/ 1275127 h 1281951"/>
              <a:gd name="connsiteX5" fmla="*/ 167780 w 4196625"/>
              <a:gd name="connsiteY5" fmla="*/ 1281951 h 1281951"/>
              <a:gd name="connsiteX6" fmla="*/ 0 w 4196625"/>
              <a:gd name="connsiteY6" fmla="*/ 1115736 h 1281951"/>
              <a:gd name="connsiteX7" fmla="*/ 3412 w 4196625"/>
              <a:gd name="connsiteY7" fmla="*/ 162522 h 1281951"/>
              <a:gd name="connsiteX8" fmla="*/ 169909 w 4196625"/>
              <a:gd name="connsiteY8" fmla="*/ 0 h 1281951"/>
              <a:gd name="connsiteX0" fmla="*/ 169909 w 4196625"/>
              <a:gd name="connsiteY0" fmla="*/ 0 h 1281951"/>
              <a:gd name="connsiteX1" fmla="*/ 4028845 w 4196625"/>
              <a:gd name="connsiteY1" fmla="*/ 0 h 1281951"/>
              <a:gd name="connsiteX2" fmla="*/ 4196625 w 4196625"/>
              <a:gd name="connsiteY2" fmla="*/ 155698 h 1281951"/>
              <a:gd name="connsiteX3" fmla="*/ 4196625 w 4196625"/>
              <a:gd name="connsiteY3" fmla="*/ 1114171 h 1281951"/>
              <a:gd name="connsiteX4" fmla="*/ 4028845 w 4196625"/>
              <a:gd name="connsiteY4" fmla="*/ 1275127 h 1281951"/>
              <a:gd name="connsiteX5" fmla="*/ 167780 w 4196625"/>
              <a:gd name="connsiteY5" fmla="*/ 1281951 h 1281951"/>
              <a:gd name="connsiteX6" fmla="*/ 0 w 4196625"/>
              <a:gd name="connsiteY6" fmla="*/ 1115736 h 1281951"/>
              <a:gd name="connsiteX7" fmla="*/ 3412 w 4196625"/>
              <a:gd name="connsiteY7" fmla="*/ 162522 h 1281951"/>
              <a:gd name="connsiteX8" fmla="*/ 169909 w 4196625"/>
              <a:gd name="connsiteY8" fmla="*/ 0 h 1281951"/>
              <a:gd name="connsiteX0" fmla="*/ 169909 w 4196625"/>
              <a:gd name="connsiteY0" fmla="*/ 0 h 1281951"/>
              <a:gd name="connsiteX1" fmla="*/ 4028845 w 4196625"/>
              <a:gd name="connsiteY1" fmla="*/ 0 h 1281951"/>
              <a:gd name="connsiteX2" fmla="*/ 4196625 w 4196625"/>
              <a:gd name="connsiteY2" fmla="*/ 155698 h 1281951"/>
              <a:gd name="connsiteX3" fmla="*/ 4196625 w 4196625"/>
              <a:gd name="connsiteY3" fmla="*/ 1114171 h 1281951"/>
              <a:gd name="connsiteX4" fmla="*/ 4032257 w 4196625"/>
              <a:gd name="connsiteY4" fmla="*/ 1281951 h 1281951"/>
              <a:gd name="connsiteX5" fmla="*/ 167780 w 4196625"/>
              <a:gd name="connsiteY5" fmla="*/ 1281951 h 1281951"/>
              <a:gd name="connsiteX6" fmla="*/ 0 w 4196625"/>
              <a:gd name="connsiteY6" fmla="*/ 1115736 h 1281951"/>
              <a:gd name="connsiteX7" fmla="*/ 3412 w 4196625"/>
              <a:gd name="connsiteY7" fmla="*/ 162522 h 1281951"/>
              <a:gd name="connsiteX8" fmla="*/ 169909 w 4196625"/>
              <a:gd name="connsiteY8" fmla="*/ 0 h 1281951"/>
              <a:gd name="connsiteX0" fmla="*/ 169909 w 4196625"/>
              <a:gd name="connsiteY0" fmla="*/ 0 h 1281951"/>
              <a:gd name="connsiteX1" fmla="*/ 4028845 w 4196625"/>
              <a:gd name="connsiteY1" fmla="*/ 0 h 1281951"/>
              <a:gd name="connsiteX2" fmla="*/ 4070383 w 4196625"/>
              <a:gd name="connsiteY2" fmla="*/ 513951 h 1281951"/>
              <a:gd name="connsiteX3" fmla="*/ 4196625 w 4196625"/>
              <a:gd name="connsiteY3" fmla="*/ 1114171 h 1281951"/>
              <a:gd name="connsiteX4" fmla="*/ 4032257 w 4196625"/>
              <a:gd name="connsiteY4" fmla="*/ 1281951 h 1281951"/>
              <a:gd name="connsiteX5" fmla="*/ 167780 w 4196625"/>
              <a:gd name="connsiteY5" fmla="*/ 1281951 h 1281951"/>
              <a:gd name="connsiteX6" fmla="*/ 0 w 4196625"/>
              <a:gd name="connsiteY6" fmla="*/ 1115736 h 1281951"/>
              <a:gd name="connsiteX7" fmla="*/ 3412 w 4196625"/>
              <a:gd name="connsiteY7" fmla="*/ 162522 h 1281951"/>
              <a:gd name="connsiteX8" fmla="*/ 169909 w 4196625"/>
              <a:gd name="connsiteY8" fmla="*/ 0 h 1281951"/>
              <a:gd name="connsiteX0" fmla="*/ 169909 w 4203449"/>
              <a:gd name="connsiteY0" fmla="*/ 0 h 1281951"/>
              <a:gd name="connsiteX1" fmla="*/ 4028845 w 4203449"/>
              <a:gd name="connsiteY1" fmla="*/ 0 h 1281951"/>
              <a:gd name="connsiteX2" fmla="*/ 4203449 w 4203449"/>
              <a:gd name="connsiteY2" fmla="*/ 162522 h 1281951"/>
              <a:gd name="connsiteX3" fmla="*/ 4196625 w 4203449"/>
              <a:gd name="connsiteY3" fmla="*/ 1114171 h 1281951"/>
              <a:gd name="connsiteX4" fmla="*/ 4032257 w 4203449"/>
              <a:gd name="connsiteY4" fmla="*/ 1281951 h 1281951"/>
              <a:gd name="connsiteX5" fmla="*/ 167780 w 4203449"/>
              <a:gd name="connsiteY5" fmla="*/ 1281951 h 1281951"/>
              <a:gd name="connsiteX6" fmla="*/ 0 w 4203449"/>
              <a:gd name="connsiteY6" fmla="*/ 1115736 h 1281951"/>
              <a:gd name="connsiteX7" fmla="*/ 3412 w 4203449"/>
              <a:gd name="connsiteY7" fmla="*/ 162522 h 1281951"/>
              <a:gd name="connsiteX8" fmla="*/ 169909 w 4203449"/>
              <a:gd name="connsiteY8" fmla="*/ 0 h 1281951"/>
              <a:gd name="connsiteX0" fmla="*/ 169909 w 4203449"/>
              <a:gd name="connsiteY0" fmla="*/ 0 h 1281951"/>
              <a:gd name="connsiteX1" fmla="*/ 3878720 w 4203449"/>
              <a:gd name="connsiteY1" fmla="*/ 255896 h 1281951"/>
              <a:gd name="connsiteX2" fmla="*/ 4203449 w 4203449"/>
              <a:gd name="connsiteY2" fmla="*/ 162522 h 1281951"/>
              <a:gd name="connsiteX3" fmla="*/ 4196625 w 4203449"/>
              <a:gd name="connsiteY3" fmla="*/ 1114171 h 1281951"/>
              <a:gd name="connsiteX4" fmla="*/ 4032257 w 4203449"/>
              <a:gd name="connsiteY4" fmla="*/ 1281951 h 1281951"/>
              <a:gd name="connsiteX5" fmla="*/ 167780 w 4203449"/>
              <a:gd name="connsiteY5" fmla="*/ 1281951 h 1281951"/>
              <a:gd name="connsiteX6" fmla="*/ 0 w 4203449"/>
              <a:gd name="connsiteY6" fmla="*/ 1115736 h 1281951"/>
              <a:gd name="connsiteX7" fmla="*/ 3412 w 4203449"/>
              <a:gd name="connsiteY7" fmla="*/ 162522 h 1281951"/>
              <a:gd name="connsiteX8" fmla="*/ 169909 w 4203449"/>
              <a:gd name="connsiteY8" fmla="*/ 0 h 1281951"/>
              <a:gd name="connsiteX0" fmla="*/ 169909 w 4203449"/>
              <a:gd name="connsiteY0" fmla="*/ 3411 h 1285362"/>
              <a:gd name="connsiteX1" fmla="*/ 4039081 w 4203449"/>
              <a:gd name="connsiteY1" fmla="*/ 0 h 1285362"/>
              <a:gd name="connsiteX2" fmla="*/ 4203449 w 4203449"/>
              <a:gd name="connsiteY2" fmla="*/ 165933 h 1285362"/>
              <a:gd name="connsiteX3" fmla="*/ 4196625 w 4203449"/>
              <a:gd name="connsiteY3" fmla="*/ 1117582 h 1285362"/>
              <a:gd name="connsiteX4" fmla="*/ 4032257 w 4203449"/>
              <a:gd name="connsiteY4" fmla="*/ 1285362 h 1285362"/>
              <a:gd name="connsiteX5" fmla="*/ 167780 w 4203449"/>
              <a:gd name="connsiteY5" fmla="*/ 1285362 h 1285362"/>
              <a:gd name="connsiteX6" fmla="*/ 0 w 4203449"/>
              <a:gd name="connsiteY6" fmla="*/ 1119147 h 1285362"/>
              <a:gd name="connsiteX7" fmla="*/ 3412 w 4203449"/>
              <a:gd name="connsiteY7" fmla="*/ 165933 h 1285362"/>
              <a:gd name="connsiteX8" fmla="*/ 169909 w 4203449"/>
              <a:gd name="connsiteY8" fmla="*/ 3411 h 128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03449" h="1285362">
                <a:moveTo>
                  <a:pt x="169909" y="3411"/>
                </a:moveTo>
                <a:lnTo>
                  <a:pt x="4039081" y="0"/>
                </a:lnTo>
                <a:lnTo>
                  <a:pt x="4203449" y="165933"/>
                </a:lnTo>
                <a:cubicBezTo>
                  <a:pt x="4201174" y="483149"/>
                  <a:pt x="4198900" y="800366"/>
                  <a:pt x="4196625" y="1117582"/>
                </a:cubicBezTo>
                <a:lnTo>
                  <a:pt x="4032257" y="1285362"/>
                </a:lnTo>
                <a:lnTo>
                  <a:pt x="167780" y="1285362"/>
                </a:lnTo>
                <a:lnTo>
                  <a:pt x="0" y="1119147"/>
                </a:lnTo>
                <a:cubicBezTo>
                  <a:pt x="1137" y="801409"/>
                  <a:pt x="2275" y="483671"/>
                  <a:pt x="3412" y="165933"/>
                </a:cubicBezTo>
                <a:lnTo>
                  <a:pt x="169909" y="3411"/>
                </a:lnTo>
                <a:close/>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tx1"/>
                </a:solidFill>
                <a:ea typeface="+mn-lt"/>
                <a:cs typeface="+mn-lt"/>
              </a:rPr>
              <a:t>Phase G </a:t>
            </a:r>
            <a:endParaRPr lang="en-US" sz="1600" b="1">
              <a:solidFill>
                <a:schemeClr val="tx1"/>
              </a:solidFill>
            </a:endParaRPr>
          </a:p>
          <a:p>
            <a:pPr algn="ctr"/>
            <a:r>
              <a:rPr lang="en-US" sz="1600">
                <a:solidFill>
                  <a:schemeClr val="tx1"/>
                </a:solidFill>
                <a:cs typeface="Arial"/>
              </a:rPr>
              <a:t>Arrays 18 &amp;19</a:t>
            </a:r>
          </a:p>
          <a:p>
            <a:pPr algn="ctr"/>
            <a:endParaRPr lang="en-US" sz="1600">
              <a:solidFill>
                <a:schemeClr val="tx1"/>
              </a:solidFill>
              <a:cs typeface="Arial"/>
            </a:endParaRPr>
          </a:p>
          <a:p>
            <a:pPr algn="ctr"/>
            <a:r>
              <a:rPr lang="en-US" sz="1600" b="1">
                <a:solidFill>
                  <a:schemeClr val="tx1"/>
                </a:solidFill>
                <a:cs typeface="Arial"/>
              </a:rPr>
              <a:t>Phase F</a:t>
            </a:r>
            <a:endParaRPr lang="en-US">
              <a:solidFill>
                <a:schemeClr val="tx1"/>
              </a:solidFill>
              <a:cs typeface="Arial"/>
            </a:endParaRPr>
          </a:p>
          <a:p>
            <a:pPr algn="ctr"/>
            <a:r>
              <a:rPr lang="en-US" sz="1600">
                <a:solidFill>
                  <a:schemeClr val="tx1"/>
                </a:solidFill>
                <a:cs typeface="Arial"/>
              </a:rPr>
              <a:t>Arrays 13,14,15</a:t>
            </a:r>
          </a:p>
          <a:p>
            <a:pPr algn="ctr"/>
            <a:endParaRPr lang="en-US" sz="1600">
              <a:solidFill>
                <a:schemeClr val="tx1"/>
              </a:solidFill>
              <a:cs typeface="Arial"/>
            </a:endParaRPr>
          </a:p>
          <a:p>
            <a:pPr algn="ctr"/>
            <a:r>
              <a:rPr lang="en-US" sz="1600" b="1">
                <a:solidFill>
                  <a:schemeClr val="tx1"/>
                </a:solidFill>
                <a:cs typeface="Arial"/>
              </a:rPr>
              <a:t>Phase C</a:t>
            </a:r>
          </a:p>
          <a:p>
            <a:pPr algn="ctr"/>
            <a:r>
              <a:rPr lang="en-US" sz="1600">
                <a:solidFill>
                  <a:schemeClr val="tx1"/>
                </a:solidFill>
                <a:cs typeface="Arial"/>
              </a:rPr>
              <a:t>Array 1</a:t>
            </a:r>
          </a:p>
          <a:p>
            <a:pPr algn="ctr"/>
            <a:endParaRPr lang="en-US" sz="1600" b="1">
              <a:solidFill>
                <a:schemeClr val="tx1"/>
              </a:solidFill>
              <a:cs typeface="Arial"/>
            </a:endParaRPr>
          </a:p>
          <a:p>
            <a:pPr algn="ctr"/>
            <a:r>
              <a:rPr lang="en-US" sz="1600" b="1">
                <a:solidFill>
                  <a:schemeClr val="tx1"/>
                </a:solidFill>
                <a:cs typeface="Arial"/>
              </a:rPr>
              <a:t>Phase A</a:t>
            </a:r>
            <a:endParaRPr lang="en-US" sz="1600">
              <a:solidFill>
                <a:schemeClr val="tx1"/>
              </a:solidFill>
              <a:cs typeface="Arial"/>
            </a:endParaRPr>
          </a:p>
          <a:p>
            <a:pPr algn="ctr"/>
            <a:r>
              <a:rPr lang="en-US" sz="1600">
                <a:solidFill>
                  <a:schemeClr val="tx1"/>
                </a:solidFill>
                <a:cs typeface="Arial"/>
              </a:rPr>
              <a:t>Substation &amp; O&amp;M Building</a:t>
            </a:r>
            <a:endParaRPr lang="en-US">
              <a:solidFill>
                <a:schemeClr val="tx1"/>
              </a:solidFill>
            </a:endParaRPr>
          </a:p>
          <a:p>
            <a:pPr algn="ctr"/>
            <a:endParaRPr lang="en-US" sz="1600" b="1">
              <a:solidFill>
                <a:schemeClr val="tx1"/>
              </a:solidFill>
              <a:cs typeface="Arial"/>
            </a:endParaRPr>
          </a:p>
          <a:p>
            <a:pPr algn="ctr"/>
            <a:r>
              <a:rPr lang="en-US" sz="1600" b="1">
                <a:solidFill>
                  <a:schemeClr val="tx1"/>
                </a:solidFill>
                <a:cs typeface="Arial"/>
              </a:rPr>
              <a:t>Phase B </a:t>
            </a:r>
            <a:endParaRPr lang="en-US">
              <a:solidFill>
                <a:schemeClr val="tx1"/>
              </a:solidFill>
              <a:cs typeface="Arial"/>
            </a:endParaRPr>
          </a:p>
          <a:p>
            <a:pPr algn="ctr"/>
            <a:r>
              <a:rPr lang="en-US" sz="1600">
                <a:solidFill>
                  <a:schemeClr val="tx1"/>
                </a:solidFill>
                <a:cs typeface="Arial"/>
              </a:rPr>
              <a:t>Array 2</a:t>
            </a:r>
          </a:p>
          <a:p>
            <a:pPr algn="ctr"/>
            <a:endParaRPr lang="en-US" sz="1600">
              <a:solidFill>
                <a:schemeClr val="tx1"/>
              </a:solidFill>
              <a:cs typeface="Arial"/>
            </a:endParaRPr>
          </a:p>
          <a:p>
            <a:pPr algn="ctr"/>
            <a:r>
              <a:rPr lang="en-US" sz="1600" b="1">
                <a:solidFill>
                  <a:schemeClr val="tx1"/>
                </a:solidFill>
                <a:ea typeface="+mn-lt"/>
                <a:cs typeface="+mn-lt"/>
              </a:rPr>
              <a:t>Phase D </a:t>
            </a:r>
          </a:p>
          <a:p>
            <a:pPr algn="ctr"/>
            <a:r>
              <a:rPr lang="en-US" sz="1600">
                <a:solidFill>
                  <a:schemeClr val="tx1"/>
                </a:solidFill>
                <a:ea typeface="+mn-lt"/>
                <a:cs typeface="+mn-lt"/>
              </a:rPr>
              <a:t>Arrays 3,4,5,6,7,8,9,10,11,12</a:t>
            </a:r>
          </a:p>
          <a:p>
            <a:pPr algn="ctr"/>
            <a:endParaRPr lang="en-US" sz="1600">
              <a:solidFill>
                <a:schemeClr val="tx1"/>
              </a:solidFill>
              <a:cs typeface="Arial"/>
            </a:endParaRPr>
          </a:p>
          <a:p>
            <a:pPr algn="ctr"/>
            <a:r>
              <a:rPr lang="en-US" sz="1600" b="1">
                <a:solidFill>
                  <a:schemeClr val="tx1"/>
                </a:solidFill>
                <a:cs typeface="Arial"/>
              </a:rPr>
              <a:t>Phase E</a:t>
            </a:r>
          </a:p>
          <a:p>
            <a:pPr algn="ctr"/>
            <a:r>
              <a:rPr lang="en-US" sz="1600">
                <a:solidFill>
                  <a:schemeClr val="tx1"/>
                </a:solidFill>
                <a:cs typeface="Arial"/>
              </a:rPr>
              <a:t>Arrays 16 &amp; 17</a:t>
            </a:r>
          </a:p>
        </p:txBody>
      </p:sp>
      <p:pic>
        <p:nvPicPr>
          <p:cNvPr id="4" name="Picture 3" descr="A diagram of a wall&#10;&#10;AI-generated content may be incorrect.">
            <a:extLst>
              <a:ext uri="{FF2B5EF4-FFF2-40B4-BE49-F238E27FC236}">
                <a16:creationId xmlns:a16="http://schemas.microsoft.com/office/drawing/2014/main" id="{2EB1512C-937B-9EC8-77A3-EA7EBA89649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485775" y="811305"/>
            <a:ext cx="6156091" cy="5421687"/>
          </a:xfrm>
          <a:prstGeom prst="rect">
            <a:avLst/>
          </a:prstGeom>
        </p:spPr>
      </p:pic>
    </p:spTree>
    <p:extLst>
      <p:ext uri="{BB962C8B-B14F-4D97-AF65-F5344CB8AC3E}">
        <p14:creationId xmlns:p14="http://schemas.microsoft.com/office/powerpoint/2010/main" val="4108411462"/>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440218-2574-1997-3C85-858521663C56}"/>
              </a:ext>
            </a:extLst>
          </p:cNvPr>
          <p:cNvSpPr>
            <a:spLocks noGrp="1"/>
          </p:cNvSpPr>
          <p:nvPr>
            <p:ph type="title"/>
          </p:nvPr>
        </p:nvSpPr>
        <p:spPr/>
        <p:txBody>
          <a:bodyPr/>
          <a:lstStyle/>
          <a:p>
            <a:r>
              <a:rPr lang="en-US"/>
              <a:t>EPC–Client Integration for Communication</a:t>
            </a:r>
          </a:p>
        </p:txBody>
      </p:sp>
      <p:sp>
        <p:nvSpPr>
          <p:cNvPr id="8" name="Content Placeholder 7">
            <a:extLst>
              <a:ext uri="{FF2B5EF4-FFF2-40B4-BE49-F238E27FC236}">
                <a16:creationId xmlns:a16="http://schemas.microsoft.com/office/drawing/2014/main" id="{ACBDD8E8-6E36-E7EF-CAEF-392ABDE58FA2}"/>
              </a:ext>
            </a:extLst>
          </p:cNvPr>
          <p:cNvSpPr>
            <a:spLocks noGrp="1"/>
          </p:cNvSpPr>
          <p:nvPr>
            <p:ph sz="half" idx="1"/>
          </p:nvPr>
        </p:nvSpPr>
        <p:spPr>
          <a:xfrm>
            <a:off x="655749" y="1246076"/>
            <a:ext cx="5181600" cy="4351338"/>
          </a:xfrm>
        </p:spPr>
        <p:txBody>
          <a:bodyPr vert="horz" lIns="91440" tIns="45720" rIns="91440" bIns="45720" rtlCol="0" anchor="t">
            <a:normAutofit/>
          </a:bodyPr>
          <a:lstStyle/>
          <a:p>
            <a:pPr marL="0" indent="0">
              <a:buNone/>
            </a:pPr>
            <a:r>
              <a:rPr lang="en-US" sz="2000"/>
              <a:t>Purpose: Ensure seamless data exchange, control coordination, and compliance between the EPC-built substation/plant systems and the client’s (or utility’s) network.</a:t>
            </a:r>
          </a:p>
          <a:p>
            <a:pPr marL="0" indent="0">
              <a:buNone/>
            </a:pPr>
            <a:endParaRPr lang="en-US"/>
          </a:p>
        </p:txBody>
      </p:sp>
      <p:sp>
        <p:nvSpPr>
          <p:cNvPr id="9" name="Content Placeholder 8">
            <a:extLst>
              <a:ext uri="{FF2B5EF4-FFF2-40B4-BE49-F238E27FC236}">
                <a16:creationId xmlns:a16="http://schemas.microsoft.com/office/drawing/2014/main" id="{302F6E2F-ABDB-6CDA-E1C4-11C679FA182E}"/>
              </a:ext>
            </a:extLst>
          </p:cNvPr>
          <p:cNvSpPr>
            <a:spLocks noGrp="1"/>
          </p:cNvSpPr>
          <p:nvPr>
            <p:ph sz="half" idx="2"/>
          </p:nvPr>
        </p:nvSpPr>
        <p:spPr>
          <a:xfrm>
            <a:off x="6097073" y="1117287"/>
            <a:ext cx="5181600" cy="4351338"/>
          </a:xfrm>
        </p:spPr>
        <p:txBody>
          <a:bodyPr vert="horz" lIns="91440" tIns="45720" rIns="91440" bIns="45720" rtlCol="0" anchor="t">
            <a:noAutofit/>
          </a:bodyPr>
          <a:lstStyle/>
          <a:p>
            <a:r>
              <a:rPr lang="en-US" b="1"/>
              <a:t>Key Integration Aspects</a:t>
            </a:r>
          </a:p>
          <a:p>
            <a:r>
              <a:rPr lang="en-US" b="1"/>
              <a:t>Data Mapping &amp; Signal Lists:</a:t>
            </a:r>
            <a:br>
              <a:rPr lang="en-US"/>
            </a:br>
            <a:r>
              <a:rPr lang="en-US"/>
              <a:t>Align all telemetry points (breaker status, alarms, metering, etc.) between EPC and client SCADA systems.</a:t>
            </a:r>
          </a:p>
          <a:p>
            <a:r>
              <a:rPr lang="en-US" b="1"/>
              <a:t>Communication Protocols:</a:t>
            </a:r>
            <a:br>
              <a:rPr lang="en-US"/>
            </a:br>
            <a:r>
              <a:rPr lang="en-US"/>
              <a:t>Standardize using </a:t>
            </a:r>
            <a:r>
              <a:rPr lang="en-US" b="1"/>
              <a:t>DNP3, Modbus TCP/IP, or IEC 61850</a:t>
            </a:r>
            <a:r>
              <a:rPr lang="en-US"/>
              <a:t> to ensure interoperability.</a:t>
            </a:r>
          </a:p>
          <a:p>
            <a:r>
              <a:rPr lang="en-US" b="1"/>
              <a:t>Network Architecture:</a:t>
            </a:r>
            <a:br>
              <a:rPr lang="en-US"/>
            </a:br>
            <a:r>
              <a:rPr lang="en-US"/>
              <a:t>Establish secure fiber or Ethernet links between local RTUs/PLCs and the client’s control center.</a:t>
            </a:r>
          </a:p>
          <a:p>
            <a:r>
              <a:rPr lang="en-US" b="1"/>
              <a:t>Cybersecurity &amp; Access Control:</a:t>
            </a:r>
            <a:br>
              <a:rPr lang="en-US"/>
            </a:br>
            <a:r>
              <a:rPr lang="en-US"/>
              <a:t>Implement firewalls, VLANs, and role-based access to protect both EPC and client networks.</a:t>
            </a:r>
          </a:p>
          <a:p>
            <a:r>
              <a:rPr lang="en-US" b="1"/>
              <a:t>Testing &amp; Commissioning:</a:t>
            </a:r>
            <a:br>
              <a:rPr lang="en-US"/>
            </a:br>
            <a:r>
              <a:rPr lang="en-US"/>
              <a:t>Conduct </a:t>
            </a:r>
            <a:r>
              <a:rPr lang="en-US" b="1"/>
              <a:t>point-to-point and end-to-end communication tests</a:t>
            </a:r>
            <a:r>
              <a:rPr lang="en-US"/>
              <a:t> to verify data accuracy and command response.</a:t>
            </a:r>
          </a:p>
          <a:p>
            <a:r>
              <a:rPr lang="en-US" b="1"/>
              <a:t>Change Management:</a:t>
            </a:r>
            <a:br>
              <a:rPr lang="en-US"/>
            </a:br>
            <a:r>
              <a:rPr lang="en-US"/>
              <a:t>Document all IP assignments, tag naming, and system configuration updates jointly with the client.</a:t>
            </a:r>
          </a:p>
          <a:p>
            <a:pPr marL="0" indent="0">
              <a:buNone/>
            </a:pPr>
            <a:endParaRPr lang="en-US"/>
          </a:p>
        </p:txBody>
      </p:sp>
    </p:spTree>
    <p:extLst>
      <p:ext uri="{BB962C8B-B14F-4D97-AF65-F5344CB8AC3E}">
        <p14:creationId xmlns:p14="http://schemas.microsoft.com/office/powerpoint/2010/main" val="3930171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0FDFDC-5A00-5B44-1EBA-15E964C642BA}"/>
              </a:ext>
            </a:extLst>
          </p:cNvPr>
          <p:cNvSpPr>
            <a:spLocks noGrp="1"/>
          </p:cNvSpPr>
          <p:nvPr>
            <p:ph type="title"/>
          </p:nvPr>
        </p:nvSpPr>
        <p:spPr>
          <a:xfrm>
            <a:off x="839788" y="129012"/>
            <a:ext cx="10515600" cy="1325563"/>
          </a:xfrm>
        </p:spPr>
        <p:txBody>
          <a:bodyPr/>
          <a:lstStyle/>
          <a:p>
            <a:r>
              <a:rPr lang="en-US" b="1"/>
              <a:t>NERC Compliance Overview</a:t>
            </a:r>
            <a:endParaRPr lang="en-US"/>
          </a:p>
        </p:txBody>
      </p:sp>
      <p:sp>
        <p:nvSpPr>
          <p:cNvPr id="6" name="Text Placeholder 5">
            <a:extLst>
              <a:ext uri="{FF2B5EF4-FFF2-40B4-BE49-F238E27FC236}">
                <a16:creationId xmlns:a16="http://schemas.microsoft.com/office/drawing/2014/main" id="{4C78DB5D-B881-C984-0F9F-A33264B36252}"/>
              </a:ext>
            </a:extLst>
          </p:cNvPr>
          <p:cNvSpPr>
            <a:spLocks noGrp="1"/>
          </p:cNvSpPr>
          <p:nvPr>
            <p:ph type="body" idx="1"/>
          </p:nvPr>
        </p:nvSpPr>
        <p:spPr>
          <a:xfrm>
            <a:off x="839788" y="1305529"/>
            <a:ext cx="5157787" cy="823912"/>
          </a:xfrm>
        </p:spPr>
        <p:txBody>
          <a:bodyPr/>
          <a:lstStyle/>
          <a:p>
            <a:r>
              <a:rPr lang="en-US"/>
              <a:t>Purpose:</a:t>
            </a:r>
            <a:br>
              <a:rPr lang="en-US"/>
            </a:br>
            <a:endParaRPr lang="en-US"/>
          </a:p>
        </p:txBody>
      </p:sp>
      <p:sp>
        <p:nvSpPr>
          <p:cNvPr id="7" name="Content Placeholder 6">
            <a:extLst>
              <a:ext uri="{FF2B5EF4-FFF2-40B4-BE49-F238E27FC236}">
                <a16:creationId xmlns:a16="http://schemas.microsoft.com/office/drawing/2014/main" id="{A7933008-0A64-9439-4E62-C43DB18F43B3}"/>
              </a:ext>
            </a:extLst>
          </p:cNvPr>
          <p:cNvSpPr>
            <a:spLocks noGrp="1"/>
          </p:cNvSpPr>
          <p:nvPr>
            <p:ph sz="half" idx="2"/>
          </p:nvPr>
        </p:nvSpPr>
        <p:spPr>
          <a:xfrm>
            <a:off x="839788" y="2086512"/>
            <a:ext cx="5157787" cy="3684588"/>
          </a:xfrm>
        </p:spPr>
        <p:txBody>
          <a:bodyPr vert="horz" lIns="91440" tIns="45720" rIns="91440" bIns="45720" rtlCol="0" anchor="t">
            <a:normAutofit/>
          </a:bodyPr>
          <a:lstStyle/>
          <a:p>
            <a:pPr marL="0" indent="0">
              <a:buNone/>
            </a:pPr>
            <a:r>
              <a:rPr lang="en-US" sz="2400"/>
              <a:t>Ensure the PV plant and substation meet North American Electric Reliability Corporation (NERC) standards for </a:t>
            </a:r>
            <a:r>
              <a:rPr lang="en-US" sz="2400" b="1"/>
              <a:t>grid reliability, cybersecurity, and operational integrity</a:t>
            </a:r>
            <a:r>
              <a:rPr lang="en-US" sz="2400"/>
              <a:t>.</a:t>
            </a:r>
          </a:p>
          <a:p>
            <a:pPr marL="0" indent="0">
              <a:buNone/>
            </a:pPr>
            <a:endParaRPr lang="en-US"/>
          </a:p>
        </p:txBody>
      </p:sp>
      <p:sp>
        <p:nvSpPr>
          <p:cNvPr id="8" name="Text Placeholder 7">
            <a:extLst>
              <a:ext uri="{FF2B5EF4-FFF2-40B4-BE49-F238E27FC236}">
                <a16:creationId xmlns:a16="http://schemas.microsoft.com/office/drawing/2014/main" id="{A5E2387A-73C6-A618-74C8-60BEBCC00DA4}"/>
              </a:ext>
            </a:extLst>
          </p:cNvPr>
          <p:cNvSpPr>
            <a:spLocks noGrp="1"/>
          </p:cNvSpPr>
          <p:nvPr>
            <p:ph type="body" sz="quarter" idx="3"/>
          </p:nvPr>
        </p:nvSpPr>
        <p:spPr>
          <a:xfrm>
            <a:off x="6118539" y="1176741"/>
            <a:ext cx="5236849" cy="577067"/>
          </a:xfrm>
        </p:spPr>
        <p:txBody>
          <a:bodyPr/>
          <a:lstStyle/>
          <a:p>
            <a:r>
              <a:rPr lang="en-US"/>
              <a:t>Key Compliance Areas</a:t>
            </a:r>
          </a:p>
        </p:txBody>
      </p:sp>
      <p:sp>
        <p:nvSpPr>
          <p:cNvPr id="9" name="Content Placeholder 8">
            <a:extLst>
              <a:ext uri="{FF2B5EF4-FFF2-40B4-BE49-F238E27FC236}">
                <a16:creationId xmlns:a16="http://schemas.microsoft.com/office/drawing/2014/main" id="{A17E5371-ADE4-2C80-6610-33822091256D}"/>
              </a:ext>
            </a:extLst>
          </p:cNvPr>
          <p:cNvSpPr>
            <a:spLocks noGrp="1"/>
          </p:cNvSpPr>
          <p:nvPr>
            <p:ph sz="quarter" idx="4"/>
          </p:nvPr>
        </p:nvSpPr>
        <p:spPr>
          <a:xfrm>
            <a:off x="6172200" y="2086512"/>
            <a:ext cx="5183188" cy="3684588"/>
          </a:xfrm>
        </p:spPr>
        <p:txBody>
          <a:bodyPr>
            <a:normAutofit/>
          </a:bodyPr>
          <a:lstStyle/>
          <a:p>
            <a:r>
              <a:rPr lang="en-US"/>
              <a:t>PRC (Protection &amp; Control):Verify relays, breakers, and control schemes meet protection coordination and testing standards.</a:t>
            </a:r>
          </a:p>
          <a:p>
            <a:r>
              <a:rPr lang="en-US"/>
              <a:t>CIP (Critical Infrastructure Protection):Secure all communication networks, SCADA systems, and control access points.</a:t>
            </a:r>
          </a:p>
          <a:p>
            <a:r>
              <a:rPr lang="en-US"/>
              <a:t>FAC (Facilities Design &amp; Maintenance):Maintain proper equipment ratings, clearances, and grounding per approved design documents.</a:t>
            </a:r>
          </a:p>
          <a:p>
            <a:r>
              <a:rPr lang="en-US"/>
              <a:t>EOP (Emergency Operations):Ensure operational readiness for abnormal or emergency grid conditions.</a:t>
            </a:r>
          </a:p>
          <a:p>
            <a:r>
              <a:rPr lang="en-US"/>
              <a:t>MOD (Modeling &amp; Data):Submit accurate system modeling and performance data to support grid planning and studies.</a:t>
            </a:r>
          </a:p>
        </p:txBody>
      </p:sp>
    </p:spTree>
    <p:extLst>
      <p:ext uri="{BB962C8B-B14F-4D97-AF65-F5344CB8AC3E}">
        <p14:creationId xmlns:p14="http://schemas.microsoft.com/office/powerpoint/2010/main" val="3740444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AD4F8-82E2-8F46-B50E-F33C924D0D72}"/>
              </a:ext>
            </a:extLst>
          </p:cNvPr>
          <p:cNvSpPr>
            <a:spLocks noGrp="1"/>
          </p:cNvSpPr>
          <p:nvPr>
            <p:ph type="title"/>
          </p:nvPr>
        </p:nvSpPr>
        <p:spPr/>
        <p:txBody>
          <a:bodyPr/>
          <a:lstStyle/>
          <a:p>
            <a:r>
              <a:rPr lang="en-US"/>
              <a:t>Environmental Compliance</a:t>
            </a:r>
          </a:p>
        </p:txBody>
      </p:sp>
      <p:pic>
        <p:nvPicPr>
          <p:cNvPr id="6" name="Content Placeholder 5" descr="A black and white animal with white spots on its back&#10;&#10;AI-generated content may be incorrect.">
            <a:extLst>
              <a:ext uri="{FF2B5EF4-FFF2-40B4-BE49-F238E27FC236}">
                <a16:creationId xmlns:a16="http://schemas.microsoft.com/office/drawing/2014/main" id="{FAEE719E-C0B9-5526-48C5-F0457D271786}"/>
              </a:ext>
            </a:extLst>
          </p:cNvPr>
          <p:cNvPicPr>
            <a:picLocks noGrp="1" noChangeAspect="1"/>
          </p:cNvPicPr>
          <p:nvPr>
            <p:ph sz="half" idx="1"/>
          </p:nvPr>
        </p:nvPicPr>
        <p:blipFill>
          <a:blip r:embed="rId2"/>
          <a:stretch>
            <a:fillRect/>
          </a:stretch>
        </p:blipFill>
        <p:spPr>
          <a:xfrm>
            <a:off x="7935963" y="926668"/>
            <a:ext cx="3257222" cy="3237114"/>
          </a:xfrm>
          <a:prstGeom prst="rect">
            <a:avLst/>
          </a:prstGeom>
        </p:spPr>
      </p:pic>
      <p:sp>
        <p:nvSpPr>
          <p:cNvPr id="7" name="TextBox 6">
            <a:extLst>
              <a:ext uri="{FF2B5EF4-FFF2-40B4-BE49-F238E27FC236}">
                <a16:creationId xmlns:a16="http://schemas.microsoft.com/office/drawing/2014/main" id="{985389D1-E1DD-BF18-6EB3-6318ECD9F313}"/>
              </a:ext>
            </a:extLst>
          </p:cNvPr>
          <p:cNvSpPr txBox="1"/>
          <p:nvPr/>
        </p:nvSpPr>
        <p:spPr>
          <a:xfrm>
            <a:off x="636668" y="1559189"/>
            <a:ext cx="6067847"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cs typeface="Arial"/>
              </a:rPr>
              <a:t>KDHE General Permit</a:t>
            </a:r>
          </a:p>
          <a:p>
            <a:pPr marL="285750" indent="-285750">
              <a:buFont typeface="Arial"/>
              <a:buChar char="•"/>
            </a:pPr>
            <a:endParaRPr lang="en-US">
              <a:cs typeface="Arial"/>
            </a:endParaRPr>
          </a:p>
          <a:p>
            <a:pPr marL="285750" indent="-285750">
              <a:buFont typeface="Arial"/>
              <a:buChar char="•"/>
            </a:pPr>
            <a:r>
              <a:rPr lang="en-US">
                <a:cs typeface="Arial"/>
              </a:rPr>
              <a:t>Eastern Spotted Skunk Habitat</a:t>
            </a:r>
          </a:p>
          <a:p>
            <a:pPr marL="285750" indent="-285750">
              <a:buFont typeface="Arial"/>
              <a:buChar char="•"/>
            </a:pPr>
            <a:endParaRPr lang="en-US">
              <a:cs typeface="Arial"/>
            </a:endParaRPr>
          </a:p>
          <a:p>
            <a:pPr marL="285750" indent="-285750">
              <a:buFont typeface="Arial"/>
              <a:buChar char="•"/>
            </a:pPr>
            <a:r>
              <a:rPr lang="en-US">
                <a:cs typeface="Arial"/>
              </a:rPr>
              <a:t>Spill Prevention, Control and Countermeasure</a:t>
            </a:r>
          </a:p>
          <a:p>
            <a:pPr marL="285750" indent="-285750">
              <a:buFont typeface="Arial"/>
              <a:buChar char="•"/>
            </a:pPr>
            <a:endParaRPr lang="en-US">
              <a:cs typeface="Arial"/>
            </a:endParaRPr>
          </a:p>
          <a:p>
            <a:pPr marL="285750" indent="-285750">
              <a:buFont typeface="Arial"/>
              <a:buChar char="•"/>
            </a:pPr>
            <a:r>
              <a:rPr lang="en-US">
                <a:cs typeface="Arial"/>
              </a:rPr>
              <a:t>EPCRA / Tier II Reporting </a:t>
            </a:r>
          </a:p>
          <a:p>
            <a:pPr marL="285750" indent="-285750">
              <a:buFont typeface="Arial"/>
              <a:buChar char="•"/>
            </a:pPr>
            <a:endParaRPr lang="en-US">
              <a:cs typeface="Arial"/>
            </a:endParaRPr>
          </a:p>
          <a:p>
            <a:pPr marL="285750" indent="-285750">
              <a:buFont typeface="Arial"/>
              <a:buChar char="•"/>
            </a:pPr>
            <a:endParaRPr lang="en-US">
              <a:cs typeface="Arial"/>
            </a:endParaRPr>
          </a:p>
        </p:txBody>
      </p:sp>
      <p:sp>
        <p:nvSpPr>
          <p:cNvPr id="8" name="TextBox 7">
            <a:extLst>
              <a:ext uri="{FF2B5EF4-FFF2-40B4-BE49-F238E27FC236}">
                <a16:creationId xmlns:a16="http://schemas.microsoft.com/office/drawing/2014/main" id="{59981DDA-F2B6-1861-2881-F33BF47B560C}"/>
              </a:ext>
            </a:extLst>
          </p:cNvPr>
          <p:cNvSpPr txBox="1"/>
          <p:nvPr/>
        </p:nvSpPr>
        <p:spPr>
          <a:xfrm>
            <a:off x="1119187" y="4333874"/>
            <a:ext cx="9747250" cy="15001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6">
            <a:extLst>
              <a:ext uri="{FF2B5EF4-FFF2-40B4-BE49-F238E27FC236}">
                <a16:creationId xmlns:a16="http://schemas.microsoft.com/office/drawing/2014/main" id="{A4E9A6E7-6FE1-341F-E489-4B5F01B4B771}"/>
              </a:ext>
            </a:extLst>
          </p:cNvPr>
          <p:cNvSpPr txBox="1"/>
          <p:nvPr/>
        </p:nvSpPr>
        <p:spPr>
          <a:xfrm>
            <a:off x="636924" y="4395933"/>
            <a:ext cx="11031680" cy="175432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cs typeface="Arial"/>
              </a:rPr>
              <a:t> DEPCOM EHS Excellence</a:t>
            </a:r>
            <a:r>
              <a:rPr lang="en-US">
                <a:cs typeface="Arial"/>
              </a:rPr>
              <a:t> </a:t>
            </a:r>
            <a:endParaRPr lang="en-US"/>
          </a:p>
          <a:p>
            <a:pPr marL="0" indent="0" algn="ctr"/>
            <a:r>
              <a:rPr lang="en-US"/>
              <a:t>In addition to complying with applicable laws and regulations, achieve a level of </a:t>
            </a:r>
            <a:endParaRPr lang="en-US">
              <a:cs typeface="Arial"/>
            </a:endParaRPr>
          </a:p>
          <a:p>
            <a:pPr marL="0" indent="0" algn="ctr" rtl="0"/>
            <a:r>
              <a:rPr lang="en-US"/>
              <a:t>safety and environmental performance that provides superior protection and </a:t>
            </a:r>
            <a:endParaRPr lang="en-US">
              <a:cs typeface="Arial"/>
            </a:endParaRPr>
          </a:p>
          <a:p>
            <a:pPr marL="0" indent="0" algn="ctr" rtl="0"/>
            <a:r>
              <a:rPr lang="en-US"/>
              <a:t>value, placing the highest priority on risks that could cause the most serious </a:t>
            </a:r>
            <a:endParaRPr lang="en-US">
              <a:cs typeface="Arial"/>
            </a:endParaRPr>
          </a:p>
          <a:p>
            <a:pPr marL="0" indent="0" algn="ctr" rtl="0"/>
            <a:r>
              <a:rPr lang="en-US"/>
              <a:t>harm to people, the environment, or the business.</a:t>
            </a:r>
            <a:endParaRPr lang="en-US">
              <a:cs typeface="Arial"/>
            </a:endParaRPr>
          </a:p>
          <a:p>
            <a:pPr algn="ctr"/>
            <a:endParaRPr lang="en-US"/>
          </a:p>
        </p:txBody>
      </p:sp>
    </p:spTree>
    <p:extLst>
      <p:ext uri="{BB962C8B-B14F-4D97-AF65-F5344CB8AC3E}">
        <p14:creationId xmlns:p14="http://schemas.microsoft.com/office/powerpoint/2010/main" val="3563851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77CF3-CD2C-66D6-EC4B-2A3BDF6DB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33499-D780-CC6D-DF16-154E20B4B0E0}"/>
              </a:ext>
            </a:extLst>
          </p:cNvPr>
          <p:cNvSpPr>
            <a:spLocks noGrp="1"/>
          </p:cNvSpPr>
          <p:nvPr>
            <p:ph type="title"/>
          </p:nvPr>
        </p:nvSpPr>
        <p:spPr/>
        <p:txBody>
          <a:bodyPr/>
          <a:lstStyle/>
          <a:p>
            <a:r>
              <a:rPr lang="en-US"/>
              <a:t>DEPCOM Commissioning Process</a:t>
            </a:r>
          </a:p>
        </p:txBody>
      </p:sp>
      <p:sp>
        <p:nvSpPr>
          <p:cNvPr id="7" name="Content Placeholder 3">
            <a:extLst>
              <a:ext uri="{FF2B5EF4-FFF2-40B4-BE49-F238E27FC236}">
                <a16:creationId xmlns:a16="http://schemas.microsoft.com/office/drawing/2014/main" id="{181E4864-6338-F90E-DA51-5110936706EC}"/>
              </a:ext>
            </a:extLst>
          </p:cNvPr>
          <p:cNvSpPr>
            <a:spLocks noGrp="1"/>
          </p:cNvSpPr>
          <p:nvPr>
            <p:ph sz="half" idx="1"/>
          </p:nvPr>
        </p:nvSpPr>
        <p:spPr>
          <a:xfrm>
            <a:off x="574675" y="1372222"/>
            <a:ext cx="9460278" cy="3676685"/>
          </a:xfrm>
        </p:spPr>
        <p:txBody>
          <a:bodyPr vert="horz" lIns="91440" tIns="45720" rIns="91440" bIns="45720" rtlCol="0" anchor="t">
            <a:noAutofit/>
          </a:bodyPr>
          <a:lstStyle/>
          <a:p>
            <a:pPr marL="285750" indent="-285750">
              <a:buClr>
                <a:schemeClr val="tx2"/>
              </a:buClr>
              <a:buFont typeface="Arial" panose="020B0604020202020204" pitchFamily="34" charset="0"/>
              <a:buChar char="•"/>
            </a:pPr>
            <a:endParaRPr lang="en-US" sz="1600">
              <a:solidFill>
                <a:schemeClr val="tx1"/>
              </a:solidFill>
              <a:latin typeface="Arial"/>
              <a:cs typeface="Arial"/>
            </a:endParaRPr>
          </a:p>
          <a:p>
            <a:pPr>
              <a:buClr>
                <a:srgbClr val="FABC14"/>
              </a:buClr>
            </a:pPr>
            <a:endParaRPr lang="en-US" sz="1600">
              <a:solidFill>
                <a:schemeClr val="tx1"/>
              </a:solidFill>
              <a:cs typeface="Arial"/>
            </a:endParaRPr>
          </a:p>
          <a:p>
            <a:endParaRPr lang="en-US" sz="1600">
              <a:cs typeface="Arial"/>
            </a:endParaRPr>
          </a:p>
        </p:txBody>
      </p:sp>
      <p:pic>
        <p:nvPicPr>
          <p:cNvPr id="4" name="Picture 3" descr="A diagram of a construction process&#10;&#10;AI-generated content may be incorrect.">
            <a:extLst>
              <a:ext uri="{FF2B5EF4-FFF2-40B4-BE49-F238E27FC236}">
                <a16:creationId xmlns:a16="http://schemas.microsoft.com/office/drawing/2014/main" id="{F7CBD7DF-2222-41A6-79E2-A5E242D8C4D2}"/>
              </a:ext>
            </a:extLst>
          </p:cNvPr>
          <p:cNvPicPr>
            <a:picLocks noChangeAspect="1"/>
          </p:cNvPicPr>
          <p:nvPr/>
        </p:nvPicPr>
        <p:blipFill>
          <a:blip r:embed="rId4"/>
          <a:stretch>
            <a:fillRect/>
          </a:stretch>
        </p:blipFill>
        <p:spPr>
          <a:xfrm>
            <a:off x="577422" y="1159179"/>
            <a:ext cx="6479186" cy="4554824"/>
          </a:xfrm>
          <a:prstGeom prst="rect">
            <a:avLst/>
          </a:prstGeom>
        </p:spPr>
      </p:pic>
      <p:sp>
        <p:nvSpPr>
          <p:cNvPr id="8" name="TextBox 7">
            <a:extLst>
              <a:ext uri="{FF2B5EF4-FFF2-40B4-BE49-F238E27FC236}">
                <a16:creationId xmlns:a16="http://schemas.microsoft.com/office/drawing/2014/main" id="{F1234E9F-7A03-29C6-5EBD-ED104CCAA8BF}"/>
              </a:ext>
            </a:extLst>
          </p:cNvPr>
          <p:cNvSpPr txBox="1"/>
          <p:nvPr/>
        </p:nvSpPr>
        <p:spPr>
          <a:xfrm>
            <a:off x="7315199" y="1377462"/>
            <a:ext cx="465406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rtl="0">
              <a:buFont typeface=""/>
              <a:buAutoNum type="arabicPeriod"/>
            </a:pPr>
            <a:r>
              <a:rPr lang="en-US"/>
              <a:t>Clear Ownership of Care, Custody and Control.​</a:t>
            </a:r>
          </a:p>
          <a:p>
            <a:pPr marL="1085850" indent="-342900" rtl="0">
              <a:buFont typeface="Wingdings,Sans-Serif"/>
              <a:buChar char="§"/>
            </a:pPr>
            <a:r>
              <a:rPr lang="en-US"/>
              <a:t>Enhanced safety, clearly defined responsibilities,and improved schedule management.</a:t>
            </a:r>
          </a:p>
          <a:p>
            <a:pPr marL="342900" indent="-342900" rtl="0">
              <a:buFont typeface=""/>
              <a:buAutoNum type="arabicPeriod" startAt="2"/>
            </a:pPr>
            <a:r>
              <a:rPr lang="en-US"/>
              <a:t>Discipline in Punchlist Management​</a:t>
            </a:r>
          </a:p>
          <a:p>
            <a:pPr marL="342900" indent="-342900" rtl="0">
              <a:buFont typeface=""/>
              <a:buAutoNum type="arabicPeriod" startAt="2"/>
            </a:pPr>
            <a:r>
              <a:rPr lang="en-US"/>
              <a:t>Data and Documentation Integrity​</a:t>
            </a:r>
          </a:p>
          <a:p>
            <a:pPr marL="1028700" indent="-342900" rtl="0">
              <a:buFont typeface="Wingdings,Sans-Serif"/>
              <a:buChar char="§"/>
            </a:pPr>
            <a:r>
              <a:rPr lang="en-US"/>
              <a:t>"What "good looks like" is when documentationstands alone without needing verbal clarification"​</a:t>
            </a:r>
          </a:p>
          <a:p>
            <a:pPr marL="342900" indent="-342900" rtl="0">
              <a:buFont typeface=""/>
              <a:buAutoNum type="arabicPeriod" startAt="4"/>
            </a:pPr>
            <a:r>
              <a:rPr lang="en-US"/>
              <a:t>Collaborative Remediation and Communication.​</a:t>
            </a:r>
          </a:p>
          <a:p>
            <a:pPr marL="342900" indent="-342900" rtl="0">
              <a:buFont typeface=""/>
              <a:buAutoNum type="arabicPeriod" startAt="4"/>
            </a:pPr>
            <a:r>
              <a:rPr lang="en-US"/>
              <a:t>Defined End-State: Operation Readiness</a:t>
            </a:r>
          </a:p>
          <a:p>
            <a:pPr algn="ctr"/>
            <a:endParaRPr lang="en-US"/>
          </a:p>
        </p:txBody>
      </p:sp>
    </p:spTree>
    <p:extLst>
      <p:ext uri="{BB962C8B-B14F-4D97-AF65-F5344CB8AC3E}">
        <p14:creationId xmlns:p14="http://schemas.microsoft.com/office/powerpoint/2010/main" val="1802692150"/>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337FD-B4AC-1741-F275-8A57DA233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A4F66-541B-D02B-9764-4935740AFAE1}"/>
              </a:ext>
            </a:extLst>
          </p:cNvPr>
          <p:cNvSpPr>
            <a:spLocks noGrp="1"/>
          </p:cNvSpPr>
          <p:nvPr>
            <p:ph type="title"/>
          </p:nvPr>
        </p:nvSpPr>
        <p:spPr/>
        <p:txBody>
          <a:bodyPr/>
          <a:lstStyle/>
          <a:p>
            <a:r>
              <a:rPr lang="en-US"/>
              <a:t>Commissioning Management</a:t>
            </a:r>
          </a:p>
        </p:txBody>
      </p:sp>
      <p:sp>
        <p:nvSpPr>
          <p:cNvPr id="7" name="Content Placeholder 3">
            <a:extLst>
              <a:ext uri="{FF2B5EF4-FFF2-40B4-BE49-F238E27FC236}">
                <a16:creationId xmlns:a16="http://schemas.microsoft.com/office/drawing/2014/main" id="{236D8892-602F-9CAB-2948-3280F6A9FF3C}"/>
              </a:ext>
            </a:extLst>
          </p:cNvPr>
          <p:cNvSpPr>
            <a:spLocks noGrp="1"/>
          </p:cNvSpPr>
          <p:nvPr>
            <p:ph sz="half" idx="1"/>
          </p:nvPr>
        </p:nvSpPr>
        <p:spPr>
          <a:xfrm>
            <a:off x="574675" y="1372222"/>
            <a:ext cx="9460278" cy="3676685"/>
          </a:xfrm>
        </p:spPr>
        <p:txBody>
          <a:bodyPr vert="horz" lIns="91440" tIns="45720" rIns="91440" bIns="45720" rtlCol="0" anchor="t">
            <a:noAutofit/>
          </a:bodyPr>
          <a:lstStyle/>
          <a:p>
            <a:pPr marL="285750" indent="-285750">
              <a:buClr>
                <a:schemeClr val="tx2"/>
              </a:buClr>
              <a:buFont typeface="Arial" panose="020B0604020202020204" pitchFamily="34" charset="0"/>
              <a:buChar char="•"/>
            </a:pPr>
            <a:r>
              <a:rPr lang="en-US" sz="1600">
                <a:solidFill>
                  <a:schemeClr val="tx1"/>
                </a:solidFill>
                <a:latin typeface="Arial"/>
                <a:cs typeface="Arial"/>
              </a:rPr>
              <a:t>Performance Testing – CX teams will be engaged early to provide better visibility and scheduling for testing.</a:t>
            </a:r>
          </a:p>
          <a:p>
            <a:pPr marL="285750" indent="-285750">
              <a:buClr>
                <a:schemeClr val="tx2"/>
              </a:buClr>
              <a:buFont typeface="Arial" panose="020B0604020202020204" pitchFamily="34" charset="0"/>
              <a:buChar char="•"/>
            </a:pPr>
            <a:r>
              <a:rPr lang="en-US" sz="1600">
                <a:solidFill>
                  <a:schemeClr val="tx1"/>
                </a:solidFill>
                <a:latin typeface="Arial"/>
                <a:cs typeface="Arial"/>
              </a:rPr>
              <a:t>Multiple CX teams will be brought in </a:t>
            </a:r>
            <a:r>
              <a:rPr lang="en-US">
                <a:solidFill>
                  <a:schemeClr val="tx1"/>
                </a:solidFill>
                <a:latin typeface="Arial"/>
                <a:cs typeface="Arial"/>
              </a:rPr>
              <a:t>as-needed</a:t>
            </a:r>
            <a:endParaRPr lang="en-US" sz="1600">
              <a:solidFill>
                <a:schemeClr val="tx1"/>
              </a:solidFill>
              <a:cs typeface="Arial"/>
            </a:endParaRPr>
          </a:p>
          <a:p>
            <a:pPr marL="285750" indent="-285750">
              <a:buClr>
                <a:schemeClr val="tx2"/>
              </a:buClr>
              <a:buFont typeface="Arial" panose="020B0604020202020204" pitchFamily="34" charset="0"/>
              <a:buChar char="•"/>
            </a:pPr>
            <a:r>
              <a:rPr lang="en-US" sz="1600">
                <a:solidFill>
                  <a:schemeClr val="tx1"/>
                </a:solidFill>
                <a:latin typeface="Arial"/>
                <a:cs typeface="Arial"/>
              </a:rPr>
              <a:t>IV Curve Testing – There is a risk of reaching the W/m2 due to time of year and weather. </a:t>
            </a:r>
          </a:p>
          <a:p>
            <a:pPr>
              <a:buClr>
                <a:srgbClr val="FABC14"/>
              </a:buClr>
            </a:pPr>
            <a:endParaRPr lang="en-US" sz="1600">
              <a:solidFill>
                <a:schemeClr val="tx1"/>
              </a:solidFill>
              <a:cs typeface="Arial"/>
            </a:endParaRPr>
          </a:p>
          <a:p>
            <a:endParaRPr lang="en-US" sz="1600">
              <a:cs typeface="Arial"/>
            </a:endParaRPr>
          </a:p>
        </p:txBody>
      </p:sp>
      <p:pic>
        <p:nvPicPr>
          <p:cNvPr id="3" name="Picture 2" descr="A table with numbers and a number of teams&#10;&#10;AI-generated content may be incorrect.">
            <a:extLst>
              <a:ext uri="{FF2B5EF4-FFF2-40B4-BE49-F238E27FC236}">
                <a16:creationId xmlns:a16="http://schemas.microsoft.com/office/drawing/2014/main" id="{3C344DBF-D76A-5964-576F-02FC48CA6A98}"/>
              </a:ext>
            </a:extLst>
          </p:cNvPr>
          <p:cNvPicPr>
            <a:picLocks noChangeAspect="1"/>
          </p:cNvPicPr>
          <p:nvPr/>
        </p:nvPicPr>
        <p:blipFill>
          <a:blip r:embed="rId3"/>
          <a:stretch>
            <a:fillRect/>
          </a:stretch>
        </p:blipFill>
        <p:spPr>
          <a:xfrm>
            <a:off x="607474" y="2644127"/>
            <a:ext cx="11578726" cy="2857634"/>
          </a:xfrm>
          <a:prstGeom prst="rect">
            <a:avLst/>
          </a:prstGeom>
        </p:spPr>
      </p:pic>
    </p:spTree>
    <p:extLst>
      <p:ext uri="{BB962C8B-B14F-4D97-AF65-F5344CB8AC3E}">
        <p14:creationId xmlns:p14="http://schemas.microsoft.com/office/powerpoint/2010/main" val="206084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2DBCE-DC3A-3616-9C65-F0EED8748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7819C-9359-B8B2-A26B-8997344FA96B}"/>
              </a:ext>
            </a:extLst>
          </p:cNvPr>
          <p:cNvSpPr>
            <a:spLocks noGrp="1"/>
          </p:cNvSpPr>
          <p:nvPr>
            <p:ph type="title"/>
          </p:nvPr>
        </p:nvSpPr>
        <p:spPr>
          <a:xfrm>
            <a:off x="203201" y="46070"/>
            <a:ext cx="10515600" cy="464608"/>
          </a:xfrm>
        </p:spPr>
        <p:txBody>
          <a:bodyPr/>
          <a:lstStyle/>
          <a:p>
            <a:r>
              <a:rPr lang="en-US"/>
              <a:t>Closeout Goals</a:t>
            </a:r>
          </a:p>
        </p:txBody>
      </p:sp>
      <p:sp>
        <p:nvSpPr>
          <p:cNvPr id="5" name="Content Placeholder 3">
            <a:extLst>
              <a:ext uri="{FF2B5EF4-FFF2-40B4-BE49-F238E27FC236}">
                <a16:creationId xmlns:a16="http://schemas.microsoft.com/office/drawing/2014/main" id="{AFB2E6DB-5216-7B40-E9DE-0E08EF895F25}"/>
              </a:ext>
            </a:extLst>
          </p:cNvPr>
          <p:cNvSpPr>
            <a:spLocks noGrp="1"/>
          </p:cNvSpPr>
          <p:nvPr>
            <p:ph sz="half" idx="1"/>
          </p:nvPr>
        </p:nvSpPr>
        <p:spPr>
          <a:xfrm>
            <a:off x="203201" y="511572"/>
            <a:ext cx="6498388" cy="5764171"/>
          </a:xfrm>
        </p:spPr>
        <p:txBody>
          <a:bodyPr vert="horz" lIns="91440" tIns="45720" rIns="91440" bIns="45720" rtlCol="0" anchor="t">
            <a:noAutofit/>
          </a:bodyPr>
          <a:lstStyle/>
          <a:p>
            <a:pPr marL="285750" indent="-285750">
              <a:buFont typeface="Arial" panose="020B0604020202020204" pitchFamily="34" charset="0"/>
              <a:buChar char="•"/>
            </a:pPr>
            <a:r>
              <a:rPr lang="en-US" sz="1650">
                <a:solidFill>
                  <a:schemeClr val="tx1"/>
                </a:solidFill>
                <a:latin typeface="Arial"/>
                <a:cs typeface="Arial"/>
              </a:rPr>
              <a:t>Final Construction and Commissioning</a:t>
            </a:r>
          </a:p>
          <a:p>
            <a:pPr lvl="1"/>
            <a:r>
              <a:rPr lang="en-US" sz="1650">
                <a:solidFill>
                  <a:schemeClr val="tx1"/>
                </a:solidFill>
                <a:cs typeface="Arial"/>
              </a:rPr>
              <a:t>Complete Punchlist and verify resolution, Finalize testing and Commissioning</a:t>
            </a:r>
          </a:p>
          <a:p>
            <a:pPr marL="285750" indent="-285750">
              <a:buFont typeface="Arial" panose="020B0604020202020204" pitchFamily="34" charset="0"/>
              <a:buChar char="•"/>
            </a:pPr>
            <a:r>
              <a:rPr lang="en-US" sz="1650">
                <a:solidFill>
                  <a:schemeClr val="tx1"/>
                </a:solidFill>
                <a:latin typeface="Arial"/>
                <a:cs typeface="Arial"/>
              </a:rPr>
              <a:t>Site Cleanup &amp; Restoration</a:t>
            </a:r>
            <a:endParaRPr lang="en-US" sz="1650">
              <a:solidFill>
                <a:schemeClr val="tx1"/>
              </a:solidFill>
              <a:cs typeface="Arial"/>
            </a:endParaRPr>
          </a:p>
          <a:p>
            <a:pPr lvl="1"/>
            <a:r>
              <a:rPr lang="en-US" sz="1650">
                <a:solidFill>
                  <a:schemeClr val="tx1"/>
                </a:solidFill>
              </a:rPr>
              <a:t>Occurs immediately post-commissioning</a:t>
            </a:r>
          </a:p>
          <a:p>
            <a:pPr lvl="1"/>
            <a:r>
              <a:rPr lang="en-US" sz="1650">
                <a:solidFill>
                  <a:schemeClr val="tx1"/>
                </a:solidFill>
                <a:cs typeface="Arial"/>
              </a:rPr>
              <a:t>Remove temporary structures, Dispose of construction debris, Restore site per contractual and environmental requirements</a:t>
            </a:r>
          </a:p>
          <a:p>
            <a:pPr marL="285750" indent="-285750">
              <a:buFont typeface="Arial" panose="020B0604020202020204" pitchFamily="34" charset="0"/>
              <a:buChar char="•"/>
            </a:pPr>
            <a:r>
              <a:rPr lang="en-US" sz="1650">
                <a:solidFill>
                  <a:schemeClr val="tx1"/>
                </a:solidFill>
                <a:latin typeface="Arial"/>
                <a:cs typeface="Arial"/>
              </a:rPr>
              <a:t>Equipment &amp; Material Demobilization</a:t>
            </a:r>
          </a:p>
          <a:p>
            <a:pPr lvl="1"/>
            <a:r>
              <a:rPr lang="en-US" sz="1650">
                <a:solidFill>
                  <a:schemeClr val="tx1"/>
                </a:solidFill>
              </a:rPr>
              <a:t>Concurrent with site cleanup</a:t>
            </a:r>
          </a:p>
          <a:p>
            <a:pPr lvl="1"/>
            <a:r>
              <a:rPr lang="en-US" sz="1650">
                <a:solidFill>
                  <a:schemeClr val="tx1"/>
                </a:solidFill>
                <a:cs typeface="Arial"/>
              </a:rPr>
              <a:t>Inventory all tools and equipment, Coordinate trailer and container removal, Transfer critical spares to O&amp;M team.</a:t>
            </a:r>
          </a:p>
          <a:p>
            <a:pPr marL="285750" indent="-285750">
              <a:buFont typeface="Arial" panose="020B0604020202020204" pitchFamily="34" charset="0"/>
              <a:buChar char="•"/>
            </a:pPr>
            <a:r>
              <a:rPr lang="en-US" sz="1650">
                <a:solidFill>
                  <a:schemeClr val="tx1"/>
                </a:solidFill>
                <a:latin typeface="Arial"/>
                <a:cs typeface="Arial"/>
              </a:rPr>
              <a:t>Safety &amp; Compliance Finalization</a:t>
            </a:r>
          </a:p>
          <a:p>
            <a:pPr lvl="1"/>
            <a:r>
              <a:rPr lang="en-US" sz="1650">
                <a:solidFill>
                  <a:schemeClr val="tx1"/>
                </a:solidFill>
              </a:rPr>
              <a:t>Throughout demobilization</a:t>
            </a:r>
          </a:p>
          <a:p>
            <a:pPr lvl="1"/>
            <a:r>
              <a:rPr lang="en-US" sz="1650">
                <a:solidFill>
                  <a:schemeClr val="tx1"/>
                </a:solidFill>
                <a:cs typeface="Arial"/>
              </a:rPr>
              <a:t>Conduct final safety walkthroughs, Ensure compliance with AHJs, Archive safety documentation and training records</a:t>
            </a:r>
          </a:p>
          <a:p>
            <a:pPr marL="285750" indent="-285750">
              <a:buFont typeface="Arial" panose="020B0604020202020204" pitchFamily="34" charset="0"/>
              <a:buChar char="•"/>
            </a:pPr>
            <a:r>
              <a:rPr lang="en-US" sz="1650">
                <a:solidFill>
                  <a:schemeClr val="tx1"/>
                </a:solidFill>
                <a:latin typeface="Arial"/>
                <a:cs typeface="Arial"/>
              </a:rPr>
              <a:t>Documentation and Handover</a:t>
            </a:r>
          </a:p>
          <a:p>
            <a:pPr lvl="1"/>
            <a:r>
              <a:rPr lang="en-US" sz="1650">
                <a:solidFill>
                  <a:schemeClr val="tx1"/>
                </a:solidFill>
                <a:cs typeface="Arial"/>
              </a:rPr>
              <a:t>Compile and submit remaining as-builts, test reports, and turnover packages, Transfer care, custody, and control to operations team.</a:t>
            </a:r>
          </a:p>
          <a:p>
            <a:pPr lvl="1"/>
            <a:endParaRPr lang="en-US" sz="1200">
              <a:cs typeface="Arial"/>
            </a:endParaRPr>
          </a:p>
        </p:txBody>
      </p:sp>
      <p:pic>
        <p:nvPicPr>
          <p:cNvPr id="4" name="Picture 3" descr="A large field of solar panels&#10;&#10;AI-generated content may be incorrect.">
            <a:extLst>
              <a:ext uri="{FF2B5EF4-FFF2-40B4-BE49-F238E27FC236}">
                <a16:creationId xmlns:a16="http://schemas.microsoft.com/office/drawing/2014/main" id="{D547A3B8-5EBF-64B2-AF71-D156C003B535}"/>
              </a:ext>
            </a:extLst>
          </p:cNvPr>
          <p:cNvPicPr>
            <a:picLocks noChangeAspect="1"/>
          </p:cNvPicPr>
          <p:nvPr/>
        </p:nvPicPr>
        <p:blipFill>
          <a:blip r:embed="rId3"/>
          <a:srcRect l="18029" r="18029"/>
          <a:stretch/>
        </p:blipFill>
        <p:spPr>
          <a:xfrm>
            <a:off x="6699372" y="374073"/>
            <a:ext cx="5243245" cy="6234546"/>
          </a:xfrm>
          <a:prstGeom prst="rect">
            <a:avLst/>
          </a:prstGeom>
        </p:spPr>
      </p:pic>
    </p:spTree>
    <p:extLst>
      <p:ext uri="{BB962C8B-B14F-4D97-AF65-F5344CB8AC3E}">
        <p14:creationId xmlns:p14="http://schemas.microsoft.com/office/powerpoint/2010/main" val="987052493"/>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5CB4F-6A1F-ACD6-340C-18162735675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18D12D5-AEEB-1946-AAEF-26865F98EBC3}"/>
              </a:ext>
            </a:extLst>
          </p:cNvPr>
          <p:cNvSpPr>
            <a:spLocks noGrp="1"/>
          </p:cNvSpPr>
          <p:nvPr>
            <p:ph type="ctrTitle"/>
          </p:nvPr>
        </p:nvSpPr>
        <p:spPr>
          <a:xfrm>
            <a:off x="923255" y="1910079"/>
            <a:ext cx="5916323" cy="1941747"/>
          </a:xfrm>
        </p:spPr>
        <p:txBody>
          <a:bodyPr/>
          <a:lstStyle/>
          <a:p>
            <a:r>
              <a:rPr lang="en-US"/>
              <a:t>THANK YOU</a:t>
            </a:r>
          </a:p>
        </p:txBody>
      </p:sp>
      <p:sp>
        <p:nvSpPr>
          <p:cNvPr id="2" name="Freeform 1">
            <a:extLst>
              <a:ext uri="{FF2B5EF4-FFF2-40B4-BE49-F238E27FC236}">
                <a16:creationId xmlns:a16="http://schemas.microsoft.com/office/drawing/2014/main" id="{5A631774-95BA-2732-B221-53F4FCF95362}"/>
              </a:ext>
            </a:extLst>
          </p:cNvPr>
          <p:cNvSpPr/>
          <p:nvPr/>
        </p:nvSpPr>
        <p:spPr>
          <a:xfrm>
            <a:off x="7019409" y="-4869"/>
            <a:ext cx="5195229" cy="6872468"/>
          </a:xfrm>
          <a:custGeom>
            <a:avLst/>
            <a:gdLst>
              <a:gd name="connsiteX0" fmla="*/ 627416 w 5312779"/>
              <a:gd name="connsiteY0" fmla="*/ 0 h 6958257"/>
              <a:gd name="connsiteX1" fmla="*/ 0 w 5312779"/>
              <a:gd name="connsiteY1" fmla="*/ 626905 h 6958257"/>
              <a:gd name="connsiteX2" fmla="*/ 0 w 5312779"/>
              <a:gd name="connsiteY2" fmla="*/ 6379523 h 6958257"/>
              <a:gd name="connsiteX3" fmla="*/ 613458 w 5312779"/>
              <a:gd name="connsiteY3" fmla="*/ 6958257 h 6958257"/>
              <a:gd name="connsiteX4" fmla="*/ 5312779 w 5312779"/>
              <a:gd name="connsiteY4" fmla="*/ 6946682 h 6958257"/>
              <a:gd name="connsiteX5" fmla="*/ 5312779 w 5312779"/>
              <a:gd name="connsiteY5" fmla="*/ 13447 h 6958257"/>
              <a:gd name="connsiteX6" fmla="*/ 627416 w 5312779"/>
              <a:gd name="connsiteY6" fmla="*/ 0 h 6958257"/>
              <a:gd name="connsiteX0" fmla="*/ 627416 w 5312779"/>
              <a:gd name="connsiteY0" fmla="*/ 0 h 6958257"/>
              <a:gd name="connsiteX1" fmla="*/ 0 w 5312779"/>
              <a:gd name="connsiteY1" fmla="*/ 626905 h 6958257"/>
              <a:gd name="connsiteX2" fmla="*/ 0 w 5312779"/>
              <a:gd name="connsiteY2" fmla="*/ 6379523 h 6958257"/>
              <a:gd name="connsiteX3" fmla="*/ 613458 w 5312779"/>
              <a:gd name="connsiteY3" fmla="*/ 6958257 h 6958257"/>
              <a:gd name="connsiteX4" fmla="*/ 4909568 w 5312779"/>
              <a:gd name="connsiteY4" fmla="*/ 6470160 h 6958257"/>
              <a:gd name="connsiteX5" fmla="*/ 5312779 w 5312779"/>
              <a:gd name="connsiteY5" fmla="*/ 13447 h 6958257"/>
              <a:gd name="connsiteX6" fmla="*/ 627416 w 5312779"/>
              <a:gd name="connsiteY6" fmla="*/ 0 h 6958257"/>
              <a:gd name="connsiteX0" fmla="*/ 627416 w 5312779"/>
              <a:gd name="connsiteY0" fmla="*/ 0 h 6958257"/>
              <a:gd name="connsiteX1" fmla="*/ 0 w 5312779"/>
              <a:gd name="connsiteY1" fmla="*/ 626905 h 6958257"/>
              <a:gd name="connsiteX2" fmla="*/ 0 w 5312779"/>
              <a:gd name="connsiteY2" fmla="*/ 6379523 h 6958257"/>
              <a:gd name="connsiteX3" fmla="*/ 613458 w 5312779"/>
              <a:gd name="connsiteY3" fmla="*/ 6958257 h 6958257"/>
              <a:gd name="connsiteX4" fmla="*/ 5156993 w 5312779"/>
              <a:gd name="connsiteY4" fmla="*/ 6873372 h 6958257"/>
              <a:gd name="connsiteX5" fmla="*/ 5312779 w 5312779"/>
              <a:gd name="connsiteY5" fmla="*/ 13447 h 6958257"/>
              <a:gd name="connsiteX6" fmla="*/ 627416 w 5312779"/>
              <a:gd name="connsiteY6" fmla="*/ 0 h 6958257"/>
              <a:gd name="connsiteX0" fmla="*/ 627416 w 5156993"/>
              <a:gd name="connsiteY0" fmla="*/ 0 h 6958257"/>
              <a:gd name="connsiteX1" fmla="*/ 0 w 5156993"/>
              <a:gd name="connsiteY1" fmla="*/ 626905 h 6958257"/>
              <a:gd name="connsiteX2" fmla="*/ 0 w 5156993"/>
              <a:gd name="connsiteY2" fmla="*/ 6379523 h 6958257"/>
              <a:gd name="connsiteX3" fmla="*/ 613458 w 5156993"/>
              <a:gd name="connsiteY3" fmla="*/ 6958257 h 6958257"/>
              <a:gd name="connsiteX4" fmla="*/ 5156993 w 5156993"/>
              <a:gd name="connsiteY4" fmla="*/ 6873372 h 6958257"/>
              <a:gd name="connsiteX5" fmla="*/ 4735454 w 5156993"/>
              <a:gd name="connsiteY5" fmla="*/ 40939 h 6958257"/>
              <a:gd name="connsiteX6" fmla="*/ 627416 w 5156993"/>
              <a:gd name="connsiteY6" fmla="*/ 0 h 6958257"/>
              <a:gd name="connsiteX0" fmla="*/ 627416 w 5184485"/>
              <a:gd name="connsiteY0" fmla="*/ 4881 h 6963138"/>
              <a:gd name="connsiteX1" fmla="*/ 0 w 5184485"/>
              <a:gd name="connsiteY1" fmla="*/ 631786 h 6963138"/>
              <a:gd name="connsiteX2" fmla="*/ 0 w 5184485"/>
              <a:gd name="connsiteY2" fmla="*/ 6384404 h 6963138"/>
              <a:gd name="connsiteX3" fmla="*/ 613458 w 5184485"/>
              <a:gd name="connsiteY3" fmla="*/ 6963138 h 6963138"/>
              <a:gd name="connsiteX4" fmla="*/ 5156993 w 5184485"/>
              <a:gd name="connsiteY4" fmla="*/ 6878253 h 6963138"/>
              <a:gd name="connsiteX5" fmla="*/ 5184485 w 5184485"/>
              <a:gd name="connsiteY5" fmla="*/ 0 h 6963138"/>
              <a:gd name="connsiteX6" fmla="*/ 627416 w 5184485"/>
              <a:gd name="connsiteY6" fmla="*/ 4881 h 6963138"/>
              <a:gd name="connsiteX0" fmla="*/ 627416 w 5184485"/>
              <a:gd name="connsiteY0" fmla="*/ 4881 h 6880663"/>
              <a:gd name="connsiteX1" fmla="*/ 0 w 5184485"/>
              <a:gd name="connsiteY1" fmla="*/ 631786 h 6880663"/>
              <a:gd name="connsiteX2" fmla="*/ 0 w 5184485"/>
              <a:gd name="connsiteY2" fmla="*/ 6384404 h 6880663"/>
              <a:gd name="connsiteX3" fmla="*/ 585967 w 5184485"/>
              <a:gd name="connsiteY3" fmla="*/ 6880663 h 6880663"/>
              <a:gd name="connsiteX4" fmla="*/ 5156993 w 5184485"/>
              <a:gd name="connsiteY4" fmla="*/ 6878253 h 6880663"/>
              <a:gd name="connsiteX5" fmla="*/ 5184485 w 5184485"/>
              <a:gd name="connsiteY5" fmla="*/ 0 h 6880663"/>
              <a:gd name="connsiteX6" fmla="*/ 627416 w 5184485"/>
              <a:gd name="connsiteY6" fmla="*/ 4881 h 6880663"/>
              <a:gd name="connsiteX0" fmla="*/ 636580 w 5193649"/>
              <a:gd name="connsiteY0" fmla="*/ 4881 h 6880663"/>
              <a:gd name="connsiteX1" fmla="*/ 9164 w 5193649"/>
              <a:gd name="connsiteY1" fmla="*/ 631786 h 6880663"/>
              <a:gd name="connsiteX2" fmla="*/ 0 w 5193649"/>
              <a:gd name="connsiteY2" fmla="*/ 6311093 h 6880663"/>
              <a:gd name="connsiteX3" fmla="*/ 595131 w 5193649"/>
              <a:gd name="connsiteY3" fmla="*/ 6880663 h 6880663"/>
              <a:gd name="connsiteX4" fmla="*/ 5166157 w 5193649"/>
              <a:gd name="connsiteY4" fmla="*/ 6878253 h 6880663"/>
              <a:gd name="connsiteX5" fmla="*/ 5193649 w 5193649"/>
              <a:gd name="connsiteY5" fmla="*/ 0 h 6880663"/>
              <a:gd name="connsiteX6" fmla="*/ 636580 w 5193649"/>
              <a:gd name="connsiteY6" fmla="*/ 4881 h 6880663"/>
              <a:gd name="connsiteX0" fmla="*/ 645744 w 5202813"/>
              <a:gd name="connsiteY0" fmla="*/ 4881 h 6880663"/>
              <a:gd name="connsiteX1" fmla="*/ 18328 w 5202813"/>
              <a:gd name="connsiteY1" fmla="*/ 631786 h 6880663"/>
              <a:gd name="connsiteX2" fmla="*/ 0 w 5202813"/>
              <a:gd name="connsiteY2" fmla="*/ 6265273 h 6880663"/>
              <a:gd name="connsiteX3" fmla="*/ 604295 w 5202813"/>
              <a:gd name="connsiteY3" fmla="*/ 6880663 h 6880663"/>
              <a:gd name="connsiteX4" fmla="*/ 5175321 w 5202813"/>
              <a:gd name="connsiteY4" fmla="*/ 6878253 h 6880663"/>
              <a:gd name="connsiteX5" fmla="*/ 5202813 w 5202813"/>
              <a:gd name="connsiteY5" fmla="*/ 0 h 6880663"/>
              <a:gd name="connsiteX6" fmla="*/ 645744 w 5202813"/>
              <a:gd name="connsiteY6" fmla="*/ 4881 h 6880663"/>
              <a:gd name="connsiteX0" fmla="*/ 645744 w 5202813"/>
              <a:gd name="connsiteY0" fmla="*/ 4881 h 6887417"/>
              <a:gd name="connsiteX1" fmla="*/ 18328 w 5202813"/>
              <a:gd name="connsiteY1" fmla="*/ 631786 h 6887417"/>
              <a:gd name="connsiteX2" fmla="*/ 0 w 5202813"/>
              <a:gd name="connsiteY2" fmla="*/ 6265273 h 6887417"/>
              <a:gd name="connsiteX3" fmla="*/ 604295 w 5202813"/>
              <a:gd name="connsiteY3" fmla="*/ 6880663 h 6887417"/>
              <a:gd name="connsiteX4" fmla="*/ 5202813 w 5202813"/>
              <a:gd name="connsiteY4" fmla="*/ 6887417 h 6887417"/>
              <a:gd name="connsiteX5" fmla="*/ 5202813 w 5202813"/>
              <a:gd name="connsiteY5" fmla="*/ 0 h 6887417"/>
              <a:gd name="connsiteX6" fmla="*/ 645744 w 5202813"/>
              <a:gd name="connsiteY6" fmla="*/ 4881 h 6887417"/>
              <a:gd name="connsiteX0" fmla="*/ 647183 w 5204252"/>
              <a:gd name="connsiteY0" fmla="*/ 4881 h 6887417"/>
              <a:gd name="connsiteX1" fmla="*/ 815 w 5204252"/>
              <a:gd name="connsiteY1" fmla="*/ 663386 h 6887417"/>
              <a:gd name="connsiteX2" fmla="*/ 1439 w 5204252"/>
              <a:gd name="connsiteY2" fmla="*/ 6265273 h 6887417"/>
              <a:gd name="connsiteX3" fmla="*/ 605734 w 5204252"/>
              <a:gd name="connsiteY3" fmla="*/ 6880663 h 6887417"/>
              <a:gd name="connsiteX4" fmla="*/ 5204252 w 5204252"/>
              <a:gd name="connsiteY4" fmla="*/ 6887417 h 6887417"/>
              <a:gd name="connsiteX5" fmla="*/ 5204252 w 5204252"/>
              <a:gd name="connsiteY5" fmla="*/ 0 h 6887417"/>
              <a:gd name="connsiteX6" fmla="*/ 647183 w 5204252"/>
              <a:gd name="connsiteY6" fmla="*/ 4881 h 688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4252" h="6887417">
                <a:moveTo>
                  <a:pt x="647183" y="4881"/>
                </a:moveTo>
                <a:cubicBezTo>
                  <a:pt x="438044" y="213849"/>
                  <a:pt x="209954" y="454418"/>
                  <a:pt x="815" y="663386"/>
                </a:cubicBezTo>
                <a:cubicBezTo>
                  <a:pt x="-2240" y="2556488"/>
                  <a:pt x="4494" y="4372171"/>
                  <a:pt x="1439" y="6265273"/>
                </a:cubicBezTo>
                <a:lnTo>
                  <a:pt x="605734" y="6880663"/>
                </a:lnTo>
                <a:lnTo>
                  <a:pt x="5204252" y="6887417"/>
                </a:lnTo>
                <a:lnTo>
                  <a:pt x="5204252" y="0"/>
                </a:lnTo>
                <a:lnTo>
                  <a:pt x="647183" y="4881"/>
                </a:lnTo>
                <a:close/>
              </a:path>
            </a:pathLst>
          </a:custGeom>
          <a:blipFill>
            <a:blip r:embed="rId2"/>
            <a:stretch>
              <a:fillRect l="-96713" t="-34" r="-10670" b="3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711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4E685C-A1BB-1903-5CD4-E668F7885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3A7D3-1B14-7976-14E2-B577102CB629}"/>
              </a:ext>
            </a:extLst>
          </p:cNvPr>
          <p:cNvSpPr>
            <a:spLocks noGrp="1"/>
          </p:cNvSpPr>
          <p:nvPr>
            <p:ph type="title"/>
          </p:nvPr>
        </p:nvSpPr>
        <p:spPr>
          <a:xfrm>
            <a:off x="235284" y="265296"/>
            <a:ext cx="10183116" cy="464608"/>
          </a:xfrm>
        </p:spPr>
        <p:txBody>
          <a:bodyPr/>
          <a:lstStyle/>
          <a:p>
            <a:r>
              <a:rPr lang="en-US"/>
              <a:t>Substation</a:t>
            </a:r>
          </a:p>
        </p:txBody>
      </p:sp>
      <p:pic>
        <p:nvPicPr>
          <p:cNvPr id="6" name="Picture 5">
            <a:extLst>
              <a:ext uri="{FF2B5EF4-FFF2-40B4-BE49-F238E27FC236}">
                <a16:creationId xmlns:a16="http://schemas.microsoft.com/office/drawing/2014/main" id="{0FE32717-00A3-B4E0-00DD-BC015DCFCF7F}"/>
              </a:ext>
            </a:extLst>
          </p:cNvPr>
          <p:cNvPicPr>
            <a:picLocks noChangeAspect="1"/>
          </p:cNvPicPr>
          <p:nvPr/>
        </p:nvPicPr>
        <p:blipFill>
          <a:blip r:embed="rId3"/>
          <a:stretch>
            <a:fillRect/>
          </a:stretch>
        </p:blipFill>
        <p:spPr>
          <a:xfrm>
            <a:off x="4451684" y="729904"/>
            <a:ext cx="7591927" cy="5444552"/>
          </a:xfrm>
          <a:prstGeom prst="rect">
            <a:avLst/>
          </a:prstGeom>
        </p:spPr>
      </p:pic>
      <p:sp>
        <p:nvSpPr>
          <p:cNvPr id="7" name="Content Placeholder 3">
            <a:extLst>
              <a:ext uri="{FF2B5EF4-FFF2-40B4-BE49-F238E27FC236}">
                <a16:creationId xmlns:a16="http://schemas.microsoft.com/office/drawing/2014/main" id="{D08E5CE7-1247-D31B-30D7-10CD2879FF40}"/>
              </a:ext>
            </a:extLst>
          </p:cNvPr>
          <p:cNvSpPr>
            <a:spLocks noGrp="1"/>
          </p:cNvSpPr>
          <p:nvPr>
            <p:ph sz="half" idx="1"/>
          </p:nvPr>
        </p:nvSpPr>
        <p:spPr>
          <a:xfrm>
            <a:off x="148389" y="1512802"/>
            <a:ext cx="4077547" cy="3832395"/>
          </a:xfrm>
        </p:spPr>
        <p:txBody>
          <a:bodyPr vert="horz" lIns="91440" tIns="45720" rIns="91440" bIns="45720" rtlCol="0" anchor="t">
            <a:noAutofit/>
          </a:bodyPr>
          <a:lstStyle/>
          <a:p>
            <a:pPr marL="285750" indent="-285750">
              <a:buClr>
                <a:schemeClr val="tx2"/>
              </a:buClr>
              <a:buFont typeface="Arial" panose="020B0604020202020204" pitchFamily="34" charset="0"/>
              <a:buChar char="•"/>
            </a:pPr>
            <a:r>
              <a:rPr lang="en-US" sz="1600">
                <a:solidFill>
                  <a:schemeClr val="bg1"/>
                </a:solidFill>
                <a:latin typeface="Arial"/>
                <a:cs typeface="Arial"/>
              </a:rPr>
              <a:t>Project Snapshot</a:t>
            </a:r>
          </a:p>
          <a:p>
            <a:pPr marL="285750" indent="-285750">
              <a:buClr>
                <a:schemeClr val="tx2"/>
              </a:buClr>
              <a:buFont typeface="Arial" panose="020B0604020202020204" pitchFamily="34" charset="0"/>
              <a:buChar char="•"/>
            </a:pPr>
            <a:r>
              <a:rPr lang="en-US" sz="1600">
                <a:solidFill>
                  <a:schemeClr val="bg1"/>
                </a:solidFill>
                <a:latin typeface="Arial"/>
                <a:cs typeface="Arial"/>
              </a:rPr>
              <a:t>Location: LAT. = 40.952778, LONG –83.216137</a:t>
            </a:r>
          </a:p>
          <a:p>
            <a:pPr marL="285750" indent="-285750">
              <a:buClr>
                <a:schemeClr val="tx2"/>
              </a:buClr>
              <a:buFont typeface="Arial" panose="020B0604020202020204" pitchFamily="34" charset="0"/>
              <a:buChar char="•"/>
            </a:pPr>
            <a:r>
              <a:rPr lang="en-US" sz="1600">
                <a:solidFill>
                  <a:schemeClr val="bg1"/>
                </a:solidFill>
                <a:latin typeface="Arial"/>
                <a:cs typeface="Arial"/>
              </a:rPr>
              <a:t>Voltage: 345 – 34.5kV</a:t>
            </a:r>
          </a:p>
          <a:p>
            <a:pPr marL="285750" indent="-285750">
              <a:buClr>
                <a:schemeClr val="tx2"/>
              </a:buClr>
              <a:buFont typeface="Arial" panose="020B0604020202020204" pitchFamily="34" charset="0"/>
              <a:buChar char="•"/>
            </a:pPr>
            <a:r>
              <a:rPr lang="en-US" sz="1600">
                <a:solidFill>
                  <a:schemeClr val="bg1"/>
                </a:solidFill>
                <a:latin typeface="Arial"/>
                <a:cs typeface="Arial"/>
              </a:rPr>
              <a:t>Design Status: 30% Design Package</a:t>
            </a:r>
            <a:endParaRPr lang="en-US" sz="1600">
              <a:solidFill>
                <a:schemeClr val="bg1"/>
              </a:solidFill>
              <a:cs typeface="Arial" panose="020B0604020202020204" pitchFamily="34" charset="0"/>
            </a:endParaRPr>
          </a:p>
          <a:p>
            <a:pPr marL="285750" indent="-285750">
              <a:buClr>
                <a:srgbClr val="FABC14"/>
              </a:buClr>
              <a:buFont typeface="Arial" panose="020B0604020202020204" pitchFamily="34" charset="0"/>
              <a:buChar char="•"/>
            </a:pPr>
            <a:r>
              <a:rPr lang="en-US" sz="1600">
                <a:solidFill>
                  <a:schemeClr val="bg1"/>
                </a:solidFill>
                <a:latin typeface="Arial"/>
                <a:cs typeface="Arial"/>
              </a:rPr>
              <a:t>Critical Equipment on Order</a:t>
            </a:r>
          </a:p>
          <a:p>
            <a:pPr marL="285750" indent="-285750">
              <a:buClr>
                <a:srgbClr val="FABC14"/>
              </a:buClr>
              <a:buFont typeface="Arial" panose="020B0604020202020204" pitchFamily="34" charset="0"/>
              <a:buChar char="•"/>
            </a:pPr>
            <a:r>
              <a:rPr lang="en-US" sz="1600">
                <a:solidFill>
                  <a:schemeClr val="bg1"/>
                </a:solidFill>
                <a:latin typeface="Arial"/>
                <a:cs typeface="Arial"/>
              </a:rPr>
              <a:t>EPC: Dashiell</a:t>
            </a:r>
          </a:p>
          <a:p>
            <a:pPr marL="285750" indent="-285750">
              <a:buClr>
                <a:srgbClr val="FABC14"/>
              </a:buClr>
              <a:buFont typeface="Arial" panose="020B0604020202020204" pitchFamily="34" charset="0"/>
              <a:buChar char="•"/>
            </a:pPr>
            <a:r>
              <a:rPr lang="en-US" sz="1600">
                <a:solidFill>
                  <a:schemeClr val="bg1"/>
                </a:solidFill>
                <a:latin typeface="Arial"/>
                <a:cs typeface="Arial"/>
              </a:rPr>
              <a:t>Highlights / Risks</a:t>
            </a:r>
          </a:p>
          <a:p>
            <a:pPr lvl="1">
              <a:buClr>
                <a:srgbClr val="FABC14"/>
              </a:buClr>
            </a:pPr>
            <a:r>
              <a:rPr lang="en-US" sz="1200" b="1">
                <a:solidFill>
                  <a:schemeClr val="bg1"/>
                </a:solidFill>
                <a:ea typeface="+mn-lt"/>
                <a:cs typeface="+mn-lt"/>
              </a:rPr>
              <a:t>Outage Coordination</a:t>
            </a:r>
            <a:r>
              <a:rPr lang="en-US" sz="1200">
                <a:solidFill>
                  <a:schemeClr val="bg1"/>
                </a:solidFill>
                <a:ea typeface="+mn-lt"/>
                <a:cs typeface="+mn-lt"/>
              </a:rPr>
              <a:t> – Dependency on utility outage windows for cutovers/energization.</a:t>
            </a:r>
            <a:endParaRPr lang="en-US" sz="1200">
              <a:solidFill>
                <a:schemeClr val="bg1"/>
              </a:solidFill>
              <a:latin typeface="Arial"/>
              <a:cs typeface="Arial"/>
            </a:endParaRPr>
          </a:p>
          <a:p>
            <a:pPr lvl="1">
              <a:buClr>
                <a:srgbClr val="FABC14"/>
              </a:buClr>
            </a:pPr>
            <a:r>
              <a:rPr lang="en-US" sz="1200" b="1">
                <a:solidFill>
                  <a:schemeClr val="bg1"/>
                </a:solidFill>
                <a:ea typeface="+mn-lt"/>
                <a:cs typeface="+mn-lt"/>
              </a:rPr>
              <a:t>Weather Impacts</a:t>
            </a:r>
            <a:r>
              <a:rPr lang="en-US" sz="1200">
                <a:solidFill>
                  <a:schemeClr val="bg1"/>
                </a:solidFill>
                <a:ea typeface="+mn-lt"/>
                <a:cs typeface="+mn-lt"/>
              </a:rPr>
              <a:t> – Seasonal construction challenges (rain, snow, extreme heat, tornados).</a:t>
            </a:r>
            <a:endParaRPr lang="en-US" sz="1200">
              <a:solidFill>
                <a:schemeClr val="bg1"/>
              </a:solidFill>
              <a:latin typeface="Aptos" panose="020B0004020202020204"/>
              <a:cs typeface="Arial"/>
            </a:endParaRPr>
          </a:p>
          <a:p>
            <a:pPr lvl="1">
              <a:buClr>
                <a:srgbClr val="FABC14"/>
              </a:buClr>
            </a:pPr>
            <a:endParaRPr lang="en-US" sz="1200">
              <a:solidFill>
                <a:srgbClr val="FFFFFF"/>
              </a:solidFill>
              <a:latin typeface="Aptos" panose="020B0004020202020204"/>
              <a:cs typeface="Arial"/>
            </a:endParaRPr>
          </a:p>
          <a:p>
            <a:endParaRPr lang="en-US" sz="1600">
              <a:solidFill>
                <a:srgbClr val="1C1C1C"/>
              </a:solidFill>
              <a:cs typeface="Arial"/>
            </a:endParaRPr>
          </a:p>
        </p:txBody>
      </p:sp>
    </p:spTree>
    <p:extLst>
      <p:ext uri="{BB962C8B-B14F-4D97-AF65-F5344CB8AC3E}">
        <p14:creationId xmlns:p14="http://schemas.microsoft.com/office/powerpoint/2010/main" val="1139099271"/>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743FF3-495B-3E28-42DC-665AD981F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79A9B-41CF-1E2E-9CA6-2D93B21CACAA}"/>
              </a:ext>
            </a:extLst>
          </p:cNvPr>
          <p:cNvSpPr>
            <a:spLocks noGrp="1"/>
          </p:cNvSpPr>
          <p:nvPr>
            <p:ph type="title"/>
          </p:nvPr>
        </p:nvSpPr>
        <p:spPr>
          <a:xfrm>
            <a:off x="235284" y="265296"/>
            <a:ext cx="10183116" cy="464608"/>
          </a:xfrm>
        </p:spPr>
        <p:txBody>
          <a:bodyPr/>
          <a:lstStyle/>
          <a:p>
            <a:r>
              <a:rPr lang="en-US"/>
              <a:t>Tymochtee Substation</a:t>
            </a:r>
          </a:p>
        </p:txBody>
      </p:sp>
      <p:graphicFrame>
        <p:nvGraphicFramePr>
          <p:cNvPr id="5" name="Table 4">
            <a:extLst>
              <a:ext uri="{FF2B5EF4-FFF2-40B4-BE49-F238E27FC236}">
                <a16:creationId xmlns:a16="http://schemas.microsoft.com/office/drawing/2014/main" id="{475F35D4-225A-C15B-3074-407E7822CE33}"/>
              </a:ext>
            </a:extLst>
          </p:cNvPr>
          <p:cNvGraphicFramePr>
            <a:graphicFrameLocks noGrp="1"/>
          </p:cNvGraphicFramePr>
          <p:nvPr>
            <p:extLst>
              <p:ext uri="{D42A27DB-BD31-4B8C-83A1-F6EECF244321}">
                <p14:modId xmlns:p14="http://schemas.microsoft.com/office/powerpoint/2010/main" val="2773343078"/>
              </p:ext>
            </p:extLst>
          </p:nvPr>
        </p:nvGraphicFramePr>
        <p:xfrm>
          <a:off x="588678" y="640080"/>
          <a:ext cx="9829722" cy="5577840"/>
        </p:xfrm>
        <a:graphic>
          <a:graphicData uri="http://schemas.openxmlformats.org/drawingml/2006/table">
            <a:tbl>
              <a:tblPr firstRow="1" bandRow="1">
                <a:tableStyleId>{5C22544A-7EE6-4342-B048-85BDC9FD1C3A}</a:tableStyleId>
              </a:tblPr>
              <a:tblGrid>
                <a:gridCol w="5969480">
                  <a:extLst>
                    <a:ext uri="{9D8B030D-6E8A-4147-A177-3AD203B41FA5}">
                      <a16:colId xmlns:a16="http://schemas.microsoft.com/office/drawing/2014/main" val="3928768027"/>
                    </a:ext>
                  </a:extLst>
                </a:gridCol>
                <a:gridCol w="1922524">
                  <a:extLst>
                    <a:ext uri="{9D8B030D-6E8A-4147-A177-3AD203B41FA5}">
                      <a16:colId xmlns:a16="http://schemas.microsoft.com/office/drawing/2014/main" val="2629890236"/>
                    </a:ext>
                  </a:extLst>
                </a:gridCol>
                <a:gridCol w="1937718">
                  <a:extLst>
                    <a:ext uri="{9D8B030D-6E8A-4147-A177-3AD203B41FA5}">
                      <a16:colId xmlns:a16="http://schemas.microsoft.com/office/drawing/2014/main" val="615149262"/>
                    </a:ext>
                  </a:extLst>
                </a:gridCol>
              </a:tblGrid>
              <a:tr h="349787">
                <a:tc>
                  <a:txBody>
                    <a:bodyPr/>
                    <a:lstStyle/>
                    <a:p>
                      <a:r>
                        <a:rPr lang="en-US" sz="1800"/>
                        <a:t>Activity</a:t>
                      </a:r>
                    </a:p>
                  </a:txBody>
                  <a:tcPr/>
                </a:tc>
                <a:tc>
                  <a:txBody>
                    <a:bodyPr/>
                    <a:lstStyle/>
                    <a:p>
                      <a:pPr algn="ctr"/>
                      <a:r>
                        <a:rPr lang="en-US" sz="1800"/>
                        <a:t>Start</a:t>
                      </a:r>
                    </a:p>
                  </a:txBody>
                  <a:tcPr/>
                </a:tc>
                <a:tc>
                  <a:txBody>
                    <a:bodyPr/>
                    <a:lstStyle/>
                    <a:p>
                      <a:pPr algn="ctr"/>
                      <a:r>
                        <a:rPr lang="en-US" sz="1800"/>
                        <a:t>Finish</a:t>
                      </a:r>
                    </a:p>
                  </a:txBody>
                  <a:tcPr/>
                </a:tc>
                <a:extLst>
                  <a:ext uri="{0D108BD9-81ED-4DB2-BD59-A6C34878D82A}">
                    <a16:rowId xmlns:a16="http://schemas.microsoft.com/office/drawing/2014/main" val="3030846732"/>
                  </a:ext>
                </a:extLst>
              </a:tr>
              <a:tr h="262340">
                <a:tc>
                  <a:txBody>
                    <a:bodyPr/>
                    <a:lstStyle/>
                    <a:p>
                      <a:pPr lvl="0">
                        <a:buNone/>
                      </a:pPr>
                      <a:r>
                        <a:rPr lang="en-US" sz="1200" b="1"/>
                        <a:t>Design (Dashiell)</a:t>
                      </a:r>
                    </a:p>
                  </a:txBody>
                  <a:tcPr/>
                </a:tc>
                <a:tc>
                  <a:txBody>
                    <a:bodyPr/>
                    <a:lstStyle/>
                    <a:p>
                      <a:pPr lvl="0" algn="ctr">
                        <a:buNone/>
                      </a:pPr>
                      <a:endParaRPr lang="en-US" sz="1200"/>
                    </a:p>
                  </a:txBody>
                  <a:tcPr/>
                </a:tc>
                <a:tc>
                  <a:txBody>
                    <a:bodyPr/>
                    <a:lstStyle/>
                    <a:p>
                      <a:pPr lvl="0" algn="ctr">
                        <a:buNone/>
                      </a:pPr>
                      <a:endParaRPr lang="en-US" sz="1200"/>
                    </a:p>
                  </a:txBody>
                  <a:tcPr/>
                </a:tc>
                <a:extLst>
                  <a:ext uri="{0D108BD9-81ED-4DB2-BD59-A6C34878D82A}">
                    <a16:rowId xmlns:a16="http://schemas.microsoft.com/office/drawing/2014/main" val="1720967696"/>
                  </a:ext>
                </a:extLst>
              </a:tr>
              <a:tr h="262340">
                <a:tc>
                  <a:txBody>
                    <a:bodyPr/>
                    <a:lstStyle/>
                    <a:p>
                      <a:pPr lvl="0">
                        <a:buNone/>
                      </a:pPr>
                      <a:r>
                        <a:rPr lang="en-US" sz="1200" b="0"/>
                        <a:t>60% Design Package</a:t>
                      </a:r>
                    </a:p>
                  </a:txBody>
                  <a:tcPr/>
                </a:tc>
                <a:tc>
                  <a:txBody>
                    <a:bodyPr/>
                    <a:lstStyle/>
                    <a:p>
                      <a:pPr lvl="0" algn="ctr">
                        <a:buNone/>
                      </a:pPr>
                      <a:r>
                        <a:rPr lang="en-US" sz="1200"/>
                        <a:t>7/24/25</a:t>
                      </a:r>
                    </a:p>
                  </a:txBody>
                  <a:tcPr/>
                </a:tc>
                <a:tc>
                  <a:txBody>
                    <a:bodyPr/>
                    <a:lstStyle/>
                    <a:p>
                      <a:pPr lvl="0" algn="ctr">
                        <a:buNone/>
                      </a:pPr>
                      <a:r>
                        <a:rPr lang="en-US" sz="1200"/>
                        <a:t>9/11/25</a:t>
                      </a:r>
                    </a:p>
                  </a:txBody>
                  <a:tcPr/>
                </a:tc>
                <a:extLst>
                  <a:ext uri="{0D108BD9-81ED-4DB2-BD59-A6C34878D82A}">
                    <a16:rowId xmlns:a16="http://schemas.microsoft.com/office/drawing/2014/main" val="1017014762"/>
                  </a:ext>
                </a:extLst>
              </a:tr>
              <a:tr h="262340">
                <a:tc>
                  <a:txBody>
                    <a:bodyPr/>
                    <a:lstStyle/>
                    <a:p>
                      <a:r>
                        <a:rPr lang="en-US" sz="1200"/>
                        <a:t>90% Design Package </a:t>
                      </a:r>
                    </a:p>
                  </a:txBody>
                  <a:tcPr/>
                </a:tc>
                <a:tc>
                  <a:txBody>
                    <a:bodyPr/>
                    <a:lstStyle/>
                    <a:p>
                      <a:pPr algn="ctr"/>
                      <a:r>
                        <a:rPr lang="en-US" sz="1200"/>
                        <a:t>9/26/25</a:t>
                      </a:r>
                    </a:p>
                  </a:txBody>
                  <a:tcPr/>
                </a:tc>
                <a:tc>
                  <a:txBody>
                    <a:bodyPr/>
                    <a:lstStyle/>
                    <a:p>
                      <a:pPr algn="ctr"/>
                      <a:r>
                        <a:rPr lang="en-US" sz="1200"/>
                        <a:t>11/6/25</a:t>
                      </a:r>
                    </a:p>
                  </a:txBody>
                  <a:tcPr/>
                </a:tc>
                <a:extLst>
                  <a:ext uri="{0D108BD9-81ED-4DB2-BD59-A6C34878D82A}">
                    <a16:rowId xmlns:a16="http://schemas.microsoft.com/office/drawing/2014/main" val="1095639349"/>
                  </a:ext>
                </a:extLst>
              </a:tr>
              <a:tr h="262340">
                <a:tc>
                  <a:txBody>
                    <a:bodyPr/>
                    <a:lstStyle/>
                    <a:p>
                      <a:r>
                        <a:rPr lang="en-US" sz="1200"/>
                        <a:t>IFC Package </a:t>
                      </a:r>
                      <a:endParaRPr lang="en-US"/>
                    </a:p>
                  </a:txBody>
                  <a:tcPr/>
                </a:tc>
                <a:tc>
                  <a:txBody>
                    <a:bodyPr/>
                    <a:lstStyle/>
                    <a:p>
                      <a:pPr algn="ctr"/>
                      <a:r>
                        <a:rPr lang="en-US" sz="1200"/>
                        <a:t>11/20/25</a:t>
                      </a:r>
                    </a:p>
                  </a:txBody>
                  <a:tcPr/>
                </a:tc>
                <a:tc>
                  <a:txBody>
                    <a:bodyPr/>
                    <a:lstStyle/>
                    <a:p>
                      <a:pPr algn="ctr"/>
                      <a:r>
                        <a:rPr lang="en-US" sz="1200"/>
                        <a:t>12/18/25</a:t>
                      </a:r>
                    </a:p>
                  </a:txBody>
                  <a:tcPr/>
                </a:tc>
                <a:extLst>
                  <a:ext uri="{0D108BD9-81ED-4DB2-BD59-A6C34878D82A}">
                    <a16:rowId xmlns:a16="http://schemas.microsoft.com/office/drawing/2014/main" val="1127652328"/>
                  </a:ext>
                </a:extLst>
              </a:tr>
              <a:tr h="262340">
                <a:tc>
                  <a:txBody>
                    <a:bodyPr/>
                    <a:lstStyle/>
                    <a:p>
                      <a:pPr lvl="0">
                        <a:buNone/>
                      </a:pPr>
                      <a:r>
                        <a:rPr lang="en-US" sz="1200" b="1"/>
                        <a:t>Major Equipment Deliveries</a:t>
                      </a:r>
                    </a:p>
                  </a:txBody>
                  <a:tcPr/>
                </a:tc>
                <a:tc>
                  <a:txBody>
                    <a:bodyPr/>
                    <a:lstStyle/>
                    <a:p>
                      <a:pPr lvl="0" algn="ctr">
                        <a:buNone/>
                      </a:pPr>
                      <a:endParaRPr lang="en-US" sz="1200"/>
                    </a:p>
                  </a:txBody>
                  <a:tcPr/>
                </a:tc>
                <a:tc>
                  <a:txBody>
                    <a:bodyPr/>
                    <a:lstStyle/>
                    <a:p>
                      <a:pPr lvl="0" algn="ctr">
                        <a:buNone/>
                      </a:pPr>
                      <a:endParaRPr lang="en-US" sz="1200"/>
                    </a:p>
                  </a:txBody>
                  <a:tcPr/>
                </a:tc>
                <a:extLst>
                  <a:ext uri="{0D108BD9-81ED-4DB2-BD59-A6C34878D82A}">
                    <a16:rowId xmlns:a16="http://schemas.microsoft.com/office/drawing/2014/main" val="580131887"/>
                  </a:ext>
                </a:extLst>
              </a:tr>
              <a:tr h="262340">
                <a:tc>
                  <a:txBody>
                    <a:bodyPr/>
                    <a:lstStyle/>
                    <a:p>
                      <a:pPr lvl="0">
                        <a:buNone/>
                      </a:pPr>
                      <a:r>
                        <a:rPr lang="en-US" sz="1200"/>
                        <a:t>SSVT (Dashiell)</a:t>
                      </a:r>
                    </a:p>
                  </a:txBody>
                  <a:tcPr/>
                </a:tc>
                <a:tc>
                  <a:txBody>
                    <a:bodyPr/>
                    <a:lstStyle/>
                    <a:p>
                      <a:pPr lvl="0" algn="ctr">
                        <a:buNone/>
                      </a:pPr>
                      <a:r>
                        <a:rPr lang="en-US" sz="1200"/>
                        <a:t>6/29/26</a:t>
                      </a:r>
                    </a:p>
                  </a:txBody>
                  <a:tcPr/>
                </a:tc>
                <a:tc>
                  <a:txBody>
                    <a:bodyPr/>
                    <a:lstStyle/>
                    <a:p>
                      <a:pPr lvl="0" algn="ctr">
                        <a:buNone/>
                      </a:pPr>
                      <a:r>
                        <a:rPr lang="en-US" sz="1200"/>
                        <a:t>7/3/26</a:t>
                      </a:r>
                    </a:p>
                  </a:txBody>
                  <a:tcPr/>
                </a:tc>
                <a:extLst>
                  <a:ext uri="{0D108BD9-81ED-4DB2-BD59-A6C34878D82A}">
                    <a16:rowId xmlns:a16="http://schemas.microsoft.com/office/drawing/2014/main" val="2810710411"/>
                  </a:ext>
                </a:extLst>
              </a:tr>
              <a:tr h="262340">
                <a:tc>
                  <a:txBody>
                    <a:bodyPr/>
                    <a:lstStyle/>
                    <a:p>
                      <a:pPr lvl="0">
                        <a:buNone/>
                      </a:pPr>
                      <a:r>
                        <a:rPr lang="en-US" sz="1200"/>
                        <a:t>DCIM (Dashiell)</a:t>
                      </a:r>
                    </a:p>
                  </a:txBody>
                  <a:tcPr/>
                </a:tc>
                <a:tc>
                  <a:txBody>
                    <a:bodyPr/>
                    <a:lstStyle/>
                    <a:p>
                      <a:pPr lvl="0" algn="ctr">
                        <a:buNone/>
                      </a:pPr>
                      <a:r>
                        <a:rPr lang="en-US" sz="1200"/>
                        <a:t>5/2/26</a:t>
                      </a:r>
                    </a:p>
                  </a:txBody>
                  <a:tcPr/>
                </a:tc>
                <a:tc>
                  <a:txBody>
                    <a:bodyPr/>
                    <a:lstStyle/>
                    <a:p>
                      <a:pPr lvl="0" algn="ctr">
                        <a:buNone/>
                      </a:pPr>
                      <a:r>
                        <a:rPr lang="en-US" sz="1200"/>
                        <a:t>5/2/26</a:t>
                      </a:r>
                    </a:p>
                  </a:txBody>
                  <a:tcPr/>
                </a:tc>
                <a:extLst>
                  <a:ext uri="{0D108BD9-81ED-4DB2-BD59-A6C34878D82A}">
                    <a16:rowId xmlns:a16="http://schemas.microsoft.com/office/drawing/2014/main" val="1460081519"/>
                  </a:ext>
                </a:extLst>
              </a:tr>
              <a:tr h="262340">
                <a:tc>
                  <a:txBody>
                    <a:bodyPr/>
                    <a:lstStyle/>
                    <a:p>
                      <a:pPr lvl="0">
                        <a:buNone/>
                      </a:pPr>
                      <a:r>
                        <a:rPr lang="en-US" sz="1200" b="0" i="0" u="none" strike="noStrike" noProof="0">
                          <a:solidFill>
                            <a:srgbClr val="1C1C1C"/>
                          </a:solidFill>
                          <a:latin typeface="Aptos"/>
                        </a:rPr>
                        <a:t>Disconnect Switches (Dashiell)</a:t>
                      </a:r>
                      <a:endParaRPr lang="en-US" sz="1200"/>
                    </a:p>
                  </a:txBody>
                  <a:tcPr/>
                </a:tc>
                <a:tc>
                  <a:txBody>
                    <a:bodyPr/>
                    <a:lstStyle/>
                    <a:p>
                      <a:pPr lvl="0" algn="ctr">
                        <a:buNone/>
                      </a:pPr>
                      <a:r>
                        <a:rPr lang="en-US" sz="1200"/>
                        <a:t>6/15/26</a:t>
                      </a:r>
                    </a:p>
                  </a:txBody>
                  <a:tcPr/>
                </a:tc>
                <a:tc>
                  <a:txBody>
                    <a:bodyPr/>
                    <a:lstStyle/>
                    <a:p>
                      <a:pPr lvl="0" algn="ctr">
                        <a:buNone/>
                      </a:pPr>
                      <a:r>
                        <a:rPr lang="en-US" sz="1200"/>
                        <a:t>6/19/26</a:t>
                      </a:r>
                    </a:p>
                  </a:txBody>
                  <a:tcPr/>
                </a:tc>
                <a:extLst>
                  <a:ext uri="{0D108BD9-81ED-4DB2-BD59-A6C34878D82A}">
                    <a16:rowId xmlns:a16="http://schemas.microsoft.com/office/drawing/2014/main" val="2693634364"/>
                  </a:ext>
                </a:extLst>
              </a:tr>
              <a:tr h="262340">
                <a:tc>
                  <a:txBody>
                    <a:bodyPr/>
                    <a:lstStyle/>
                    <a:p>
                      <a:pPr lvl="0">
                        <a:buNone/>
                      </a:pPr>
                      <a:r>
                        <a:rPr lang="en-US" sz="1200" b="0" i="0" u="none" strike="noStrike" noProof="0">
                          <a:solidFill>
                            <a:srgbClr val="1C1C1C"/>
                          </a:solidFill>
                          <a:latin typeface="Aptos"/>
                        </a:rPr>
                        <a:t>DE Steel (Dashiell)</a:t>
                      </a:r>
                      <a:endParaRPr lang="en-US" sz="1200"/>
                    </a:p>
                  </a:txBody>
                  <a:tcPr/>
                </a:tc>
                <a:tc>
                  <a:txBody>
                    <a:bodyPr/>
                    <a:lstStyle/>
                    <a:p>
                      <a:pPr lvl="0" algn="ctr">
                        <a:buNone/>
                      </a:pPr>
                      <a:r>
                        <a:rPr lang="en-US" sz="1200"/>
                        <a:t>7/13/26</a:t>
                      </a:r>
                    </a:p>
                  </a:txBody>
                  <a:tcPr/>
                </a:tc>
                <a:tc>
                  <a:txBody>
                    <a:bodyPr/>
                    <a:lstStyle/>
                    <a:p>
                      <a:pPr lvl="0" algn="ctr">
                        <a:buNone/>
                      </a:pPr>
                      <a:r>
                        <a:rPr lang="en-US" sz="1200"/>
                        <a:t>7/21/26</a:t>
                      </a:r>
                    </a:p>
                  </a:txBody>
                  <a:tcPr/>
                </a:tc>
                <a:extLst>
                  <a:ext uri="{0D108BD9-81ED-4DB2-BD59-A6C34878D82A}">
                    <a16:rowId xmlns:a16="http://schemas.microsoft.com/office/drawing/2014/main" val="963373360"/>
                  </a:ext>
                </a:extLst>
              </a:tr>
              <a:tr h="262340">
                <a:tc>
                  <a:txBody>
                    <a:bodyPr/>
                    <a:lstStyle/>
                    <a:p>
                      <a:pPr lvl="0">
                        <a:buNone/>
                      </a:pPr>
                      <a:r>
                        <a:rPr lang="en-US" sz="1200" b="0" i="0" u="none" strike="noStrike" noProof="0">
                          <a:solidFill>
                            <a:srgbClr val="1C1C1C"/>
                          </a:solidFill>
                          <a:latin typeface="Aptos"/>
                        </a:rPr>
                        <a:t>Transformer (Total)</a:t>
                      </a:r>
                    </a:p>
                  </a:txBody>
                  <a:tcPr/>
                </a:tc>
                <a:tc>
                  <a:txBody>
                    <a:bodyPr/>
                    <a:lstStyle/>
                    <a:p>
                      <a:pPr lvl="0" algn="ctr">
                        <a:buNone/>
                      </a:pPr>
                      <a:r>
                        <a:rPr lang="en-US" sz="1200"/>
                        <a:t>5/18/26</a:t>
                      </a:r>
                    </a:p>
                  </a:txBody>
                  <a:tcPr/>
                </a:tc>
                <a:tc>
                  <a:txBody>
                    <a:bodyPr/>
                    <a:lstStyle/>
                    <a:p>
                      <a:pPr lvl="0" algn="ctr">
                        <a:buNone/>
                      </a:pPr>
                      <a:r>
                        <a:rPr lang="en-US" sz="1200"/>
                        <a:t>5/18/26</a:t>
                      </a:r>
                    </a:p>
                  </a:txBody>
                  <a:tcPr/>
                </a:tc>
                <a:extLst>
                  <a:ext uri="{0D108BD9-81ED-4DB2-BD59-A6C34878D82A}">
                    <a16:rowId xmlns:a16="http://schemas.microsoft.com/office/drawing/2014/main" val="2908548804"/>
                  </a:ext>
                </a:extLst>
              </a:tr>
              <a:tr h="262340">
                <a:tc>
                  <a:txBody>
                    <a:bodyPr/>
                    <a:lstStyle/>
                    <a:p>
                      <a:pPr lvl="0">
                        <a:buNone/>
                      </a:pPr>
                      <a:r>
                        <a:rPr lang="en-US" sz="1200" b="0" i="0" u="none" strike="noStrike" noProof="0">
                          <a:solidFill>
                            <a:srgbClr val="1C1C1C"/>
                          </a:solidFill>
                          <a:latin typeface="Aptos"/>
                        </a:rPr>
                        <a:t>Breakers from Storage (Total)</a:t>
                      </a:r>
                      <a:endParaRPr lang="en-US" sz="1200"/>
                    </a:p>
                  </a:txBody>
                  <a:tcPr/>
                </a:tc>
                <a:tc>
                  <a:txBody>
                    <a:bodyPr/>
                    <a:lstStyle/>
                    <a:p>
                      <a:pPr lvl="0" algn="ctr">
                        <a:buNone/>
                      </a:pPr>
                      <a:r>
                        <a:rPr lang="en-US" sz="1200"/>
                        <a:t>5/13/26</a:t>
                      </a:r>
                    </a:p>
                  </a:txBody>
                  <a:tcPr/>
                </a:tc>
                <a:tc>
                  <a:txBody>
                    <a:bodyPr/>
                    <a:lstStyle/>
                    <a:p>
                      <a:pPr lvl="0" algn="ctr">
                        <a:buNone/>
                      </a:pPr>
                      <a:r>
                        <a:rPr lang="en-US" sz="1200"/>
                        <a:t>5/19/26</a:t>
                      </a:r>
                    </a:p>
                  </a:txBody>
                  <a:tcPr/>
                </a:tc>
                <a:extLst>
                  <a:ext uri="{0D108BD9-81ED-4DB2-BD59-A6C34878D82A}">
                    <a16:rowId xmlns:a16="http://schemas.microsoft.com/office/drawing/2014/main" val="4114078296"/>
                  </a:ext>
                </a:extLst>
              </a:tr>
              <a:tr h="262340">
                <a:tc>
                  <a:txBody>
                    <a:bodyPr/>
                    <a:lstStyle/>
                    <a:p>
                      <a:pPr lvl="0">
                        <a:buNone/>
                      </a:pPr>
                      <a:r>
                        <a:rPr lang="en-US" sz="1200" b="1"/>
                        <a:t>Construction (Dashiell)</a:t>
                      </a:r>
                    </a:p>
                  </a:txBody>
                  <a:tcPr/>
                </a:tc>
                <a:tc>
                  <a:txBody>
                    <a:bodyPr/>
                    <a:lstStyle/>
                    <a:p>
                      <a:pPr lvl="0" algn="ctr">
                        <a:buNone/>
                      </a:pPr>
                      <a:endParaRPr lang="en-US" sz="1200"/>
                    </a:p>
                  </a:txBody>
                  <a:tcPr/>
                </a:tc>
                <a:tc>
                  <a:txBody>
                    <a:bodyPr/>
                    <a:lstStyle/>
                    <a:p>
                      <a:pPr lvl="0" algn="ctr">
                        <a:buNone/>
                      </a:pPr>
                      <a:endParaRPr lang="en-US" sz="1200"/>
                    </a:p>
                  </a:txBody>
                  <a:tcPr/>
                </a:tc>
                <a:extLst>
                  <a:ext uri="{0D108BD9-81ED-4DB2-BD59-A6C34878D82A}">
                    <a16:rowId xmlns:a16="http://schemas.microsoft.com/office/drawing/2014/main" val="3774756906"/>
                  </a:ext>
                </a:extLst>
              </a:tr>
              <a:tr h="262340">
                <a:tc>
                  <a:txBody>
                    <a:bodyPr/>
                    <a:lstStyle/>
                    <a:p>
                      <a:pPr lvl="0">
                        <a:buNone/>
                      </a:pPr>
                      <a:r>
                        <a:rPr lang="en-US" sz="1200" b="0" i="0" u="none" strike="noStrike" noProof="0">
                          <a:solidFill>
                            <a:srgbClr val="1C1C1C"/>
                          </a:solidFill>
                          <a:latin typeface="Aptos"/>
                        </a:rPr>
                        <a:t>Substation Mobilization</a:t>
                      </a:r>
                      <a:endParaRPr lang="en-US" sz="1200"/>
                    </a:p>
                  </a:txBody>
                  <a:tcPr/>
                </a:tc>
                <a:tc>
                  <a:txBody>
                    <a:bodyPr/>
                    <a:lstStyle/>
                    <a:p>
                      <a:pPr lvl="0" algn="ctr">
                        <a:buNone/>
                      </a:pPr>
                      <a:r>
                        <a:rPr lang="en-US" sz="1200" b="0" i="0" u="none" strike="noStrike" noProof="0">
                          <a:solidFill>
                            <a:srgbClr val="1C1C1C"/>
                          </a:solidFill>
                          <a:latin typeface="Aptos"/>
                        </a:rPr>
                        <a:t>3/3/26</a:t>
                      </a:r>
                      <a:endParaRPr lang="en-US"/>
                    </a:p>
                  </a:txBody>
                  <a:tcPr/>
                </a:tc>
                <a:tc>
                  <a:txBody>
                    <a:bodyPr/>
                    <a:lstStyle/>
                    <a:p>
                      <a:pPr lvl="0" algn="ctr">
                        <a:buNone/>
                      </a:pPr>
                      <a:r>
                        <a:rPr lang="en-US" sz="1200" b="0" i="0" u="none" strike="noStrike" noProof="0">
                          <a:solidFill>
                            <a:srgbClr val="1C1C1C"/>
                          </a:solidFill>
                          <a:latin typeface="Aptos"/>
                        </a:rPr>
                        <a:t>3/6/26</a:t>
                      </a:r>
                      <a:endParaRPr lang="en-US"/>
                    </a:p>
                  </a:txBody>
                  <a:tcPr/>
                </a:tc>
                <a:extLst>
                  <a:ext uri="{0D108BD9-81ED-4DB2-BD59-A6C34878D82A}">
                    <a16:rowId xmlns:a16="http://schemas.microsoft.com/office/drawing/2014/main" val="3122485563"/>
                  </a:ext>
                </a:extLst>
              </a:tr>
              <a:tr h="262340">
                <a:tc>
                  <a:txBody>
                    <a:bodyPr/>
                    <a:lstStyle/>
                    <a:p>
                      <a:pPr lvl="0">
                        <a:buNone/>
                      </a:pPr>
                      <a:r>
                        <a:rPr lang="en-US" sz="1200" b="0" i="0" u="none" strike="noStrike" noProof="0">
                          <a:solidFill>
                            <a:srgbClr val="1C1C1C"/>
                          </a:solidFill>
                          <a:latin typeface="Aptos"/>
                        </a:rPr>
                        <a:t>Pad Grading</a:t>
                      </a:r>
                      <a:endParaRPr lang="en-US" sz="1200"/>
                    </a:p>
                  </a:txBody>
                  <a:tcPr/>
                </a:tc>
                <a:tc>
                  <a:txBody>
                    <a:bodyPr/>
                    <a:lstStyle/>
                    <a:p>
                      <a:pPr lvl="0" algn="ctr">
                        <a:buNone/>
                      </a:pPr>
                      <a:r>
                        <a:rPr lang="en-US" sz="1200" b="0" i="0" u="none" strike="noStrike" noProof="0">
                          <a:solidFill>
                            <a:srgbClr val="1C1C1C"/>
                          </a:solidFill>
                          <a:latin typeface="Aptos"/>
                        </a:rPr>
                        <a:t>11/3/26</a:t>
                      </a:r>
                    </a:p>
                  </a:txBody>
                  <a:tcPr/>
                </a:tc>
                <a:tc>
                  <a:txBody>
                    <a:bodyPr/>
                    <a:lstStyle/>
                    <a:p>
                      <a:pPr lvl="0" algn="ctr">
                        <a:buNone/>
                      </a:pPr>
                      <a:r>
                        <a:rPr lang="en-US" sz="1200"/>
                        <a:t>12/12/26</a:t>
                      </a:r>
                    </a:p>
                  </a:txBody>
                  <a:tcPr/>
                </a:tc>
                <a:extLst>
                  <a:ext uri="{0D108BD9-81ED-4DB2-BD59-A6C34878D82A}">
                    <a16:rowId xmlns:a16="http://schemas.microsoft.com/office/drawing/2014/main" val="1317131272"/>
                  </a:ext>
                </a:extLst>
              </a:tr>
              <a:tr h="262340">
                <a:tc>
                  <a:txBody>
                    <a:bodyPr/>
                    <a:lstStyle/>
                    <a:p>
                      <a:pPr lvl="0">
                        <a:buNone/>
                      </a:pPr>
                      <a:r>
                        <a:rPr lang="en-US" sz="1200" b="0" i="0" u="none" strike="noStrike" noProof="0">
                          <a:solidFill>
                            <a:srgbClr val="1C1C1C"/>
                          </a:solidFill>
                          <a:latin typeface="Aptos"/>
                        </a:rPr>
                        <a:t>Below Grade (i.e. Foundation, Ground Grid, Conduit)</a:t>
                      </a:r>
                    </a:p>
                  </a:txBody>
                  <a:tcPr/>
                </a:tc>
                <a:tc>
                  <a:txBody>
                    <a:bodyPr/>
                    <a:lstStyle/>
                    <a:p>
                      <a:pPr lvl="0" algn="ctr">
                        <a:buNone/>
                      </a:pPr>
                      <a:r>
                        <a:rPr lang="en-US" sz="1200"/>
                        <a:t>3/9/26</a:t>
                      </a:r>
                    </a:p>
                  </a:txBody>
                  <a:tcPr/>
                </a:tc>
                <a:tc>
                  <a:txBody>
                    <a:bodyPr/>
                    <a:lstStyle/>
                    <a:p>
                      <a:pPr lvl="0" algn="ctr">
                        <a:buNone/>
                      </a:pPr>
                      <a:r>
                        <a:rPr lang="en-US" sz="1200"/>
                        <a:t>4/27/26</a:t>
                      </a:r>
                    </a:p>
                  </a:txBody>
                  <a:tcPr/>
                </a:tc>
                <a:extLst>
                  <a:ext uri="{0D108BD9-81ED-4DB2-BD59-A6C34878D82A}">
                    <a16:rowId xmlns:a16="http://schemas.microsoft.com/office/drawing/2014/main" val="126848229"/>
                  </a:ext>
                </a:extLst>
              </a:tr>
              <a:tr h="262340">
                <a:tc>
                  <a:txBody>
                    <a:bodyPr/>
                    <a:lstStyle/>
                    <a:p>
                      <a:r>
                        <a:rPr lang="en-US" sz="1200"/>
                        <a:t>Above Grade (i.e. Steel, Breakers, Switches, DCIM, Bus)</a:t>
                      </a:r>
                    </a:p>
                  </a:txBody>
                  <a:tcPr/>
                </a:tc>
                <a:tc>
                  <a:txBody>
                    <a:bodyPr/>
                    <a:lstStyle/>
                    <a:p>
                      <a:pPr algn="ctr"/>
                      <a:r>
                        <a:rPr lang="en-US" sz="1200"/>
                        <a:t>4/24/26</a:t>
                      </a:r>
                    </a:p>
                  </a:txBody>
                  <a:tcPr/>
                </a:tc>
                <a:tc>
                  <a:txBody>
                    <a:bodyPr/>
                    <a:lstStyle/>
                    <a:p>
                      <a:pPr algn="ctr"/>
                      <a:r>
                        <a:rPr lang="en-US" sz="1200"/>
                        <a:t>9/2/26</a:t>
                      </a:r>
                    </a:p>
                  </a:txBody>
                  <a:tcPr/>
                </a:tc>
                <a:extLst>
                  <a:ext uri="{0D108BD9-81ED-4DB2-BD59-A6C34878D82A}">
                    <a16:rowId xmlns:a16="http://schemas.microsoft.com/office/drawing/2014/main" val="2739934323"/>
                  </a:ext>
                </a:extLst>
              </a:tr>
              <a:tr h="262340">
                <a:tc>
                  <a:txBody>
                    <a:bodyPr/>
                    <a:lstStyle/>
                    <a:p>
                      <a:pPr lvl="0">
                        <a:buNone/>
                      </a:pPr>
                      <a:r>
                        <a:rPr lang="en-US" sz="1200"/>
                        <a:t>Pull and Term Cable</a:t>
                      </a:r>
                    </a:p>
                  </a:txBody>
                  <a:tcPr/>
                </a:tc>
                <a:tc>
                  <a:txBody>
                    <a:bodyPr/>
                    <a:lstStyle/>
                    <a:p>
                      <a:pPr lvl="0" algn="ctr">
                        <a:buNone/>
                      </a:pPr>
                      <a:r>
                        <a:rPr lang="en-US" sz="1200"/>
                        <a:t>7/13/26</a:t>
                      </a:r>
                    </a:p>
                  </a:txBody>
                  <a:tcPr/>
                </a:tc>
                <a:tc>
                  <a:txBody>
                    <a:bodyPr/>
                    <a:lstStyle/>
                    <a:p>
                      <a:pPr lvl="0" algn="ctr">
                        <a:buNone/>
                      </a:pPr>
                      <a:r>
                        <a:rPr lang="en-US" sz="1200"/>
                        <a:t>8/31/26</a:t>
                      </a:r>
                    </a:p>
                  </a:txBody>
                  <a:tcPr/>
                </a:tc>
                <a:extLst>
                  <a:ext uri="{0D108BD9-81ED-4DB2-BD59-A6C34878D82A}">
                    <a16:rowId xmlns:a16="http://schemas.microsoft.com/office/drawing/2014/main" val="3507295237"/>
                  </a:ext>
                </a:extLst>
              </a:tr>
              <a:tr h="262340">
                <a:tc>
                  <a:txBody>
                    <a:bodyPr/>
                    <a:lstStyle/>
                    <a:p>
                      <a:r>
                        <a:rPr lang="en-US" sz="1200"/>
                        <a:t>Final Grading and Surfacing</a:t>
                      </a:r>
                    </a:p>
                  </a:txBody>
                  <a:tcPr/>
                </a:tc>
                <a:tc>
                  <a:txBody>
                    <a:bodyPr/>
                    <a:lstStyle/>
                    <a:p>
                      <a:pPr algn="ctr"/>
                      <a:r>
                        <a:rPr lang="en-US" sz="1200"/>
                        <a:t>9/14/26</a:t>
                      </a:r>
                    </a:p>
                  </a:txBody>
                  <a:tcPr/>
                </a:tc>
                <a:tc>
                  <a:txBody>
                    <a:bodyPr/>
                    <a:lstStyle/>
                    <a:p>
                      <a:pPr algn="ctr"/>
                      <a:r>
                        <a:rPr lang="en-US" sz="1200"/>
                        <a:t>10/2/25</a:t>
                      </a:r>
                    </a:p>
                  </a:txBody>
                  <a:tcPr/>
                </a:tc>
                <a:extLst>
                  <a:ext uri="{0D108BD9-81ED-4DB2-BD59-A6C34878D82A}">
                    <a16:rowId xmlns:a16="http://schemas.microsoft.com/office/drawing/2014/main" val="3259289560"/>
                  </a:ext>
                </a:extLst>
              </a:tr>
              <a:tr h="262340">
                <a:tc>
                  <a:txBody>
                    <a:bodyPr/>
                    <a:lstStyle/>
                    <a:p>
                      <a:pPr lvl="0">
                        <a:buNone/>
                      </a:pPr>
                      <a:r>
                        <a:rPr lang="en-US" sz="1200"/>
                        <a:t>Testing Commissioning</a:t>
                      </a:r>
                    </a:p>
                  </a:txBody>
                  <a:tcPr/>
                </a:tc>
                <a:tc>
                  <a:txBody>
                    <a:bodyPr/>
                    <a:lstStyle/>
                    <a:p>
                      <a:pPr lvl="0" algn="ctr">
                        <a:buNone/>
                      </a:pPr>
                      <a:r>
                        <a:rPr lang="en-US" sz="1200"/>
                        <a:t>7/9/26</a:t>
                      </a:r>
                    </a:p>
                  </a:txBody>
                  <a:tcPr/>
                </a:tc>
                <a:tc>
                  <a:txBody>
                    <a:bodyPr/>
                    <a:lstStyle/>
                    <a:p>
                      <a:pPr lvl="0" algn="ctr">
                        <a:buNone/>
                      </a:pPr>
                      <a:r>
                        <a:rPr lang="en-US" sz="1200"/>
                        <a:t>9/2/26</a:t>
                      </a:r>
                    </a:p>
                  </a:txBody>
                  <a:tcPr/>
                </a:tc>
                <a:extLst>
                  <a:ext uri="{0D108BD9-81ED-4DB2-BD59-A6C34878D82A}">
                    <a16:rowId xmlns:a16="http://schemas.microsoft.com/office/drawing/2014/main" val="4141451618"/>
                  </a:ext>
                </a:extLst>
              </a:tr>
            </a:tbl>
          </a:graphicData>
        </a:graphic>
      </p:graphicFrame>
    </p:spTree>
    <p:extLst>
      <p:ext uri="{BB962C8B-B14F-4D97-AF65-F5344CB8AC3E}">
        <p14:creationId xmlns:p14="http://schemas.microsoft.com/office/powerpoint/2010/main" val="3967943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4ECD12-8595-7B0F-A44E-EE6E31DE6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C6FAC-D132-38A4-C920-DC5DCA9BE26C}"/>
              </a:ext>
            </a:extLst>
          </p:cNvPr>
          <p:cNvSpPr>
            <a:spLocks noGrp="1"/>
          </p:cNvSpPr>
          <p:nvPr>
            <p:ph type="title"/>
          </p:nvPr>
        </p:nvSpPr>
        <p:spPr>
          <a:xfrm>
            <a:off x="154463" y="432451"/>
            <a:ext cx="10515600" cy="464608"/>
          </a:xfrm>
        </p:spPr>
        <p:txBody>
          <a:bodyPr anchor="ctr">
            <a:normAutofit/>
          </a:bodyPr>
          <a:lstStyle/>
          <a:p>
            <a:r>
              <a:rPr lang="en-US"/>
              <a:t>Change Management Process</a:t>
            </a:r>
          </a:p>
        </p:txBody>
      </p:sp>
      <p:sp>
        <p:nvSpPr>
          <p:cNvPr id="6" name="Content Placeholder 3">
            <a:extLst>
              <a:ext uri="{FF2B5EF4-FFF2-40B4-BE49-F238E27FC236}">
                <a16:creationId xmlns:a16="http://schemas.microsoft.com/office/drawing/2014/main" id="{462AF839-D7CD-2282-D781-1F12EC6466E5}"/>
              </a:ext>
            </a:extLst>
          </p:cNvPr>
          <p:cNvSpPr>
            <a:spLocks noGrp="1"/>
          </p:cNvSpPr>
          <p:nvPr>
            <p:ph sz="half" idx="1"/>
          </p:nvPr>
        </p:nvSpPr>
        <p:spPr>
          <a:xfrm>
            <a:off x="0" y="1054443"/>
            <a:ext cx="5526157" cy="5116162"/>
          </a:xfrm>
        </p:spPr>
        <p:txBody>
          <a:bodyPr vert="horz" lIns="91440" tIns="45720" rIns="91440" bIns="45720" numCol="1" rtlCol="0" anchor="t">
            <a:noAutofit/>
          </a:bodyPr>
          <a:lstStyle/>
          <a:p>
            <a:pPr marL="285750" indent="-285750">
              <a:buClr>
                <a:schemeClr val="tx2"/>
              </a:buClr>
              <a:buFont typeface="Arial" panose="020B0604020202020204" pitchFamily="34" charset="0"/>
              <a:buChar char="•"/>
            </a:pPr>
            <a:r>
              <a:rPr lang="en-US" sz="1800">
                <a:solidFill>
                  <a:schemeClr val="tx1"/>
                </a:solidFill>
                <a:latin typeface="Arial"/>
                <a:cs typeface="Arial"/>
              </a:rPr>
              <a:t>PM to PM Notification</a:t>
            </a:r>
            <a:endParaRPr lang="en-US" sz="1800">
              <a:solidFill>
                <a:schemeClr val="tx1"/>
              </a:solidFill>
            </a:endParaRPr>
          </a:p>
          <a:p>
            <a:pPr lvl="1">
              <a:buClr>
                <a:schemeClr val="tx2"/>
              </a:buClr>
            </a:pPr>
            <a:r>
              <a:rPr lang="en-US">
                <a:solidFill>
                  <a:schemeClr val="tx1"/>
                </a:solidFill>
                <a:latin typeface="Arial"/>
                <a:cs typeface="Arial"/>
              </a:rPr>
              <a:t>Phone Call</a:t>
            </a:r>
          </a:p>
          <a:p>
            <a:pPr lvl="1">
              <a:buClr>
                <a:schemeClr val="tx2"/>
              </a:buClr>
            </a:pPr>
            <a:r>
              <a:rPr lang="en-US">
                <a:solidFill>
                  <a:schemeClr val="tx1"/>
                </a:solidFill>
                <a:latin typeface="Arial"/>
                <a:cs typeface="Arial"/>
              </a:rPr>
              <a:t>Email follow-up prior to submission</a:t>
            </a:r>
          </a:p>
          <a:p>
            <a:pPr marL="285750" indent="-285750">
              <a:buClr>
                <a:schemeClr val="tx2"/>
              </a:buClr>
              <a:buFont typeface="Arial" panose="020B0604020202020204" pitchFamily="34" charset="0"/>
              <a:buChar char="•"/>
            </a:pPr>
            <a:r>
              <a:rPr lang="en-US" sz="1800">
                <a:solidFill>
                  <a:schemeClr val="tx1"/>
                </a:solidFill>
                <a:latin typeface="Arial"/>
                <a:cs typeface="Arial"/>
              </a:rPr>
              <a:t>Two Step Process</a:t>
            </a:r>
          </a:p>
          <a:p>
            <a:pPr lvl="1">
              <a:buClr>
                <a:schemeClr val="tx2"/>
              </a:buClr>
            </a:pPr>
            <a:r>
              <a:rPr lang="en-US">
                <a:solidFill>
                  <a:schemeClr val="tx1"/>
                </a:solidFill>
                <a:latin typeface="Arial"/>
                <a:cs typeface="Arial"/>
              </a:rPr>
              <a:t> L1: Request for Approval</a:t>
            </a:r>
            <a:endParaRPr lang="en-US">
              <a:solidFill>
                <a:schemeClr val="tx1"/>
              </a:solidFill>
              <a:latin typeface="Aptos" panose="020B0004020202020204"/>
              <a:cs typeface="Arial"/>
            </a:endParaRPr>
          </a:p>
          <a:p>
            <a:pPr lvl="1">
              <a:buClr>
                <a:schemeClr val="tx2"/>
              </a:buClr>
            </a:pPr>
            <a:r>
              <a:rPr lang="en-US">
                <a:solidFill>
                  <a:schemeClr val="tx1"/>
                </a:solidFill>
                <a:latin typeface="Arial"/>
                <a:cs typeface="Arial"/>
              </a:rPr>
              <a:t> L2: Approval Form</a:t>
            </a:r>
          </a:p>
          <a:p>
            <a:pPr marL="285750" indent="-285750">
              <a:buClr>
                <a:schemeClr val="tx2"/>
              </a:buClr>
              <a:buFont typeface="Arial" panose="020B0604020202020204" pitchFamily="34" charset="0"/>
              <a:buChar char="•"/>
            </a:pPr>
            <a:r>
              <a:rPr lang="en-US" sz="1800">
                <a:solidFill>
                  <a:schemeClr val="tx1"/>
                </a:solidFill>
                <a:latin typeface="Arial"/>
                <a:cs typeface="Arial"/>
              </a:rPr>
              <a:t>L1 – Change Order Requested</a:t>
            </a:r>
          </a:p>
          <a:p>
            <a:pPr lvl="1">
              <a:buClr>
                <a:schemeClr val="tx2"/>
              </a:buClr>
            </a:pPr>
            <a:r>
              <a:rPr lang="en-US">
                <a:solidFill>
                  <a:schemeClr val="tx1"/>
                </a:solidFill>
                <a:cs typeface="Arial"/>
              </a:rPr>
              <a:t>COR includes cost estimates, schedule impacts, descriptions</a:t>
            </a:r>
          </a:p>
          <a:p>
            <a:pPr lvl="1">
              <a:buClr>
                <a:schemeClr val="tx2"/>
              </a:buClr>
            </a:pPr>
            <a:r>
              <a:rPr lang="en-US">
                <a:solidFill>
                  <a:schemeClr val="tx1"/>
                </a:solidFill>
                <a:cs typeface="Arial"/>
              </a:rPr>
              <a:t>Approved</a:t>
            </a:r>
          </a:p>
          <a:p>
            <a:pPr lvl="1">
              <a:buClr>
                <a:schemeClr val="tx2"/>
              </a:buClr>
            </a:pPr>
            <a:r>
              <a:rPr lang="en-US">
                <a:solidFill>
                  <a:schemeClr val="tx1"/>
                </a:solidFill>
                <a:cs typeface="Arial"/>
              </a:rPr>
              <a:t>Disapproved</a:t>
            </a:r>
          </a:p>
          <a:p>
            <a:pPr lvl="1">
              <a:buClr>
                <a:schemeClr val="tx2"/>
              </a:buClr>
            </a:pPr>
            <a:r>
              <a:rPr lang="en-US">
                <a:solidFill>
                  <a:schemeClr val="tx1"/>
                </a:solidFill>
                <a:cs typeface="Arial"/>
              </a:rPr>
              <a:t>Provide more documentation</a:t>
            </a:r>
          </a:p>
          <a:p>
            <a:pPr marL="285750" indent="-285750">
              <a:buClr>
                <a:schemeClr val="tx2"/>
              </a:buClr>
              <a:buFont typeface="Arial" panose="020B0604020202020204" pitchFamily="34" charset="0"/>
              <a:buChar char="•"/>
            </a:pPr>
            <a:r>
              <a:rPr lang="en-US" sz="1800">
                <a:solidFill>
                  <a:schemeClr val="tx1"/>
                </a:solidFill>
                <a:latin typeface="Arial"/>
                <a:cs typeface="Arial"/>
              </a:rPr>
              <a:t>L2 – Formal Approval filled in by TE</a:t>
            </a:r>
          </a:p>
          <a:p>
            <a:pPr marL="285750" indent="-285750">
              <a:buClr>
                <a:schemeClr val="tx2"/>
              </a:buClr>
              <a:buFont typeface="Arial" panose="020B0604020202020204" pitchFamily="34" charset="0"/>
              <a:buChar char="•"/>
            </a:pPr>
            <a:r>
              <a:rPr lang="en-US" sz="1800">
                <a:solidFill>
                  <a:schemeClr val="tx1"/>
                </a:solidFill>
                <a:latin typeface="Arial"/>
                <a:cs typeface="Arial"/>
              </a:rPr>
              <a:t>Owner Change Order Log integrated in weekly and monthly discussions</a:t>
            </a:r>
            <a:endParaRPr lang="en-US" sz="1800">
              <a:solidFill>
                <a:schemeClr val="tx1"/>
              </a:solidFill>
              <a:cs typeface="Arial"/>
            </a:endParaRPr>
          </a:p>
        </p:txBody>
      </p:sp>
      <p:pic>
        <p:nvPicPr>
          <p:cNvPr id="5" name="Picture 4">
            <a:extLst>
              <a:ext uri="{FF2B5EF4-FFF2-40B4-BE49-F238E27FC236}">
                <a16:creationId xmlns:a16="http://schemas.microsoft.com/office/drawing/2014/main" id="{E4D35D35-5B75-EA39-135A-8EEA65D2C6CE}"/>
              </a:ext>
            </a:extLst>
          </p:cNvPr>
          <p:cNvPicPr>
            <a:picLocks noChangeAspect="1"/>
          </p:cNvPicPr>
          <p:nvPr/>
        </p:nvPicPr>
        <p:blipFill>
          <a:blip r:embed="rId4"/>
          <a:stretch>
            <a:fillRect/>
          </a:stretch>
        </p:blipFill>
        <p:spPr>
          <a:xfrm>
            <a:off x="8730532" y="1303059"/>
            <a:ext cx="3461468" cy="4657882"/>
          </a:xfrm>
          <a:prstGeom prst="rect">
            <a:avLst/>
          </a:prstGeom>
        </p:spPr>
      </p:pic>
      <p:pic>
        <p:nvPicPr>
          <p:cNvPr id="8" name="Picture 7">
            <a:extLst>
              <a:ext uri="{FF2B5EF4-FFF2-40B4-BE49-F238E27FC236}">
                <a16:creationId xmlns:a16="http://schemas.microsoft.com/office/drawing/2014/main" id="{95D5B04D-C4C9-4143-8289-613A18069906}"/>
              </a:ext>
            </a:extLst>
          </p:cNvPr>
          <p:cNvPicPr>
            <a:picLocks noChangeAspect="1"/>
          </p:cNvPicPr>
          <p:nvPr/>
        </p:nvPicPr>
        <p:blipFill>
          <a:blip r:embed="rId5"/>
          <a:stretch>
            <a:fillRect/>
          </a:stretch>
        </p:blipFill>
        <p:spPr>
          <a:xfrm>
            <a:off x="5412263" y="1303059"/>
            <a:ext cx="3222854" cy="4511996"/>
          </a:xfrm>
          <a:prstGeom prst="rect">
            <a:avLst/>
          </a:prstGeom>
        </p:spPr>
      </p:pic>
    </p:spTree>
    <p:extLst>
      <p:ext uri="{BB962C8B-B14F-4D97-AF65-F5344CB8AC3E}">
        <p14:creationId xmlns:p14="http://schemas.microsoft.com/office/powerpoint/2010/main" val="1829525820"/>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7DCA7D-865B-6F6B-067F-403EF3824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E6ADC-28D2-D440-9280-4F2448577135}"/>
              </a:ext>
            </a:extLst>
          </p:cNvPr>
          <p:cNvSpPr>
            <a:spLocks noGrp="1"/>
          </p:cNvSpPr>
          <p:nvPr>
            <p:ph type="title"/>
          </p:nvPr>
        </p:nvSpPr>
        <p:spPr>
          <a:xfrm>
            <a:off x="584201" y="647527"/>
            <a:ext cx="10183116" cy="464608"/>
          </a:xfrm>
        </p:spPr>
        <p:txBody>
          <a:bodyPr/>
          <a:lstStyle/>
          <a:p>
            <a:r>
              <a:rPr lang="en-US">
                <a:solidFill>
                  <a:schemeClr val="tx1"/>
                </a:solidFill>
              </a:rPr>
              <a:t>Procurement Schedule </a:t>
            </a:r>
          </a:p>
        </p:txBody>
      </p:sp>
      <p:graphicFrame>
        <p:nvGraphicFramePr>
          <p:cNvPr id="7" name="Table 6">
            <a:extLst>
              <a:ext uri="{FF2B5EF4-FFF2-40B4-BE49-F238E27FC236}">
                <a16:creationId xmlns:a16="http://schemas.microsoft.com/office/drawing/2014/main" id="{60B425C0-B631-E648-8737-C9678E1E22EB}"/>
              </a:ext>
            </a:extLst>
          </p:cNvPr>
          <p:cNvGraphicFramePr>
            <a:graphicFrameLocks noGrp="1"/>
          </p:cNvGraphicFramePr>
          <p:nvPr>
            <p:extLst>
              <p:ext uri="{D42A27DB-BD31-4B8C-83A1-F6EECF244321}">
                <p14:modId xmlns:p14="http://schemas.microsoft.com/office/powerpoint/2010/main" val="3741121667"/>
              </p:ext>
            </p:extLst>
          </p:nvPr>
        </p:nvGraphicFramePr>
        <p:xfrm>
          <a:off x="838200" y="1380181"/>
          <a:ext cx="10515600" cy="4349032"/>
        </p:xfrm>
        <a:graphic>
          <a:graphicData uri="http://schemas.openxmlformats.org/drawingml/2006/table">
            <a:tbl>
              <a:tblPr>
                <a:tableStyleId>{775DCB02-9BB8-47FD-8907-85C794F793BA}</a:tableStyleId>
              </a:tblPr>
              <a:tblGrid>
                <a:gridCol w="1157349">
                  <a:extLst>
                    <a:ext uri="{9D8B030D-6E8A-4147-A177-3AD203B41FA5}">
                      <a16:colId xmlns:a16="http://schemas.microsoft.com/office/drawing/2014/main" val="1167694486"/>
                    </a:ext>
                  </a:extLst>
                </a:gridCol>
                <a:gridCol w="1193516">
                  <a:extLst>
                    <a:ext uri="{9D8B030D-6E8A-4147-A177-3AD203B41FA5}">
                      <a16:colId xmlns:a16="http://schemas.microsoft.com/office/drawing/2014/main" val="2003632084"/>
                    </a:ext>
                  </a:extLst>
                </a:gridCol>
                <a:gridCol w="1419561">
                  <a:extLst>
                    <a:ext uri="{9D8B030D-6E8A-4147-A177-3AD203B41FA5}">
                      <a16:colId xmlns:a16="http://schemas.microsoft.com/office/drawing/2014/main" val="2802777771"/>
                    </a:ext>
                  </a:extLst>
                </a:gridCol>
                <a:gridCol w="1392435">
                  <a:extLst>
                    <a:ext uri="{9D8B030D-6E8A-4147-A177-3AD203B41FA5}">
                      <a16:colId xmlns:a16="http://schemas.microsoft.com/office/drawing/2014/main" val="1770472402"/>
                    </a:ext>
                  </a:extLst>
                </a:gridCol>
                <a:gridCol w="1075973">
                  <a:extLst>
                    <a:ext uri="{9D8B030D-6E8A-4147-A177-3AD203B41FA5}">
                      <a16:colId xmlns:a16="http://schemas.microsoft.com/office/drawing/2014/main" val="3916300688"/>
                    </a:ext>
                  </a:extLst>
                </a:gridCol>
                <a:gridCol w="1799316">
                  <a:extLst>
                    <a:ext uri="{9D8B030D-6E8A-4147-A177-3AD203B41FA5}">
                      <a16:colId xmlns:a16="http://schemas.microsoft.com/office/drawing/2014/main" val="470192475"/>
                    </a:ext>
                  </a:extLst>
                </a:gridCol>
                <a:gridCol w="2477450">
                  <a:extLst>
                    <a:ext uri="{9D8B030D-6E8A-4147-A177-3AD203B41FA5}">
                      <a16:colId xmlns:a16="http://schemas.microsoft.com/office/drawing/2014/main" val="1240075060"/>
                    </a:ext>
                  </a:extLst>
                </a:gridCol>
              </a:tblGrid>
              <a:tr h="417430">
                <a:tc>
                  <a:txBody>
                    <a:bodyPr/>
                    <a:lstStyle/>
                    <a:p>
                      <a:pPr algn="l" fontAlgn="base">
                        <a:lnSpc>
                          <a:spcPts val="1350"/>
                        </a:lnSpc>
                        <a:buNone/>
                      </a:pPr>
                      <a:r>
                        <a:rPr lang="en-US" sz="1000" b="1">
                          <a:solidFill>
                            <a:srgbClr val="EEEEEE"/>
                          </a:solidFill>
                          <a:effectLst/>
                        </a:rPr>
                        <a:t>Procurement</a:t>
                      </a:r>
                      <a:r>
                        <a:rPr lang="en-US" sz="1000" b="1">
                          <a:solidFill>
                            <a:srgbClr val="FFFFFF"/>
                          </a:solidFill>
                          <a:effectLst/>
                        </a:rPr>
                        <a:t>​</a:t>
                      </a:r>
                      <a:endParaRPr lang="en-US" sz="1700" b="1" i="0">
                        <a:solidFill>
                          <a:srgbClr val="FFFFFF"/>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 Complete</a:t>
                      </a:r>
                      <a:r>
                        <a:rPr lang="en-US" sz="1000" b="1">
                          <a:solidFill>
                            <a:srgbClr val="FFFFFF"/>
                          </a:solidFill>
                          <a:effectLst/>
                        </a:rPr>
                        <a:t>​</a:t>
                      </a:r>
                      <a:endParaRPr lang="en-US" sz="1700" b="1" i="0">
                        <a:solidFill>
                          <a:srgbClr val="FFFFFF"/>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Supplier</a:t>
                      </a:r>
                      <a:endParaRPr lang="en-US" sz="1000" b="1">
                        <a:solidFill>
                          <a:srgbClr val="FFFFFF"/>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 Complete</a:t>
                      </a:r>
                      <a:r>
                        <a:rPr lang="en-US" sz="1000" b="1">
                          <a:solidFill>
                            <a:srgbClr val="FFFFFF"/>
                          </a:solidFill>
                          <a:effectLst/>
                        </a:rPr>
                        <a:t>​</a:t>
                      </a:r>
                      <a:endParaRPr lang="en-US" sz="1700" b="1" i="0">
                        <a:solidFill>
                          <a:srgbClr val="FFFFFF"/>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Responsible Party</a:t>
                      </a:r>
                      <a:r>
                        <a:rPr lang="en-US" sz="1000" b="1">
                          <a:solidFill>
                            <a:srgbClr val="1C1C1C"/>
                          </a:solidFill>
                          <a:effectLst/>
                        </a:rPr>
                        <a:t>​</a:t>
                      </a:r>
                      <a:endParaRPr lang="en-US" sz="1700" b="1" i="0">
                        <a:solidFill>
                          <a:srgbClr val="1C1C1C"/>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Delivery Start</a:t>
                      </a:r>
                      <a:r>
                        <a:rPr lang="en-US" sz="1000" b="1">
                          <a:solidFill>
                            <a:srgbClr val="1C1C1C"/>
                          </a:solidFill>
                          <a:effectLst/>
                        </a:rPr>
                        <a:t>​</a:t>
                      </a:r>
                      <a:endParaRPr lang="en-US" sz="1700" b="1" i="0">
                        <a:solidFill>
                          <a:srgbClr val="1C1C1C"/>
                        </a:solidFill>
                        <a:effectLst/>
                      </a:endParaRPr>
                    </a:p>
                  </a:txBody>
                  <a:tcPr marL="86801" marR="86801" marT="43401" marB="43401" anchor="ctr">
                    <a:solidFill>
                      <a:schemeClr val="bg2">
                        <a:lumMod val="50000"/>
                      </a:schemeClr>
                    </a:solidFill>
                  </a:tcPr>
                </a:tc>
                <a:tc>
                  <a:txBody>
                    <a:bodyPr/>
                    <a:lstStyle/>
                    <a:p>
                      <a:pPr algn="ctr" fontAlgn="base">
                        <a:lnSpc>
                          <a:spcPts val="1350"/>
                        </a:lnSpc>
                        <a:buNone/>
                      </a:pPr>
                      <a:r>
                        <a:rPr lang="en-US" sz="1000" b="1">
                          <a:solidFill>
                            <a:srgbClr val="EEEEEE"/>
                          </a:solidFill>
                          <a:effectLst/>
                        </a:rPr>
                        <a:t>Notes</a:t>
                      </a:r>
                      <a:r>
                        <a:rPr lang="en-US" sz="1000" b="1">
                          <a:solidFill>
                            <a:srgbClr val="FFFFFF"/>
                          </a:solidFill>
                          <a:effectLst/>
                        </a:rPr>
                        <a:t>​</a:t>
                      </a:r>
                      <a:endParaRPr lang="en-US" sz="1700" b="1" i="0">
                        <a:solidFill>
                          <a:srgbClr val="FFFFFF"/>
                        </a:solidFill>
                        <a:effectLst/>
                      </a:endParaRPr>
                    </a:p>
                  </a:txBody>
                  <a:tcPr marL="86801" marR="86801" marT="43401" marB="43401" anchor="ctr">
                    <a:solidFill>
                      <a:schemeClr val="bg2">
                        <a:lumMod val="50000"/>
                      </a:schemeClr>
                    </a:solidFill>
                  </a:tcPr>
                </a:tc>
                <a:extLst>
                  <a:ext uri="{0D108BD9-81ED-4DB2-BD59-A6C34878D82A}">
                    <a16:rowId xmlns:a16="http://schemas.microsoft.com/office/drawing/2014/main" val="1597588667"/>
                  </a:ext>
                </a:extLst>
              </a:tr>
              <a:tr h="452030">
                <a:tc>
                  <a:txBody>
                    <a:bodyPr/>
                    <a:lstStyle/>
                    <a:p>
                      <a:pPr algn="l" fontAlgn="base">
                        <a:lnSpc>
                          <a:spcPts val="1275"/>
                        </a:lnSpc>
                        <a:buNone/>
                      </a:pPr>
                      <a:r>
                        <a:rPr lang="en-US" sz="1000" b="0" u="none" strike="noStrike">
                          <a:solidFill>
                            <a:srgbClr val="1C1C1C"/>
                          </a:solidFill>
                          <a:effectLst/>
                        </a:rPr>
                        <a:t>Inverters</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Sungrow</a:t>
                      </a:r>
                      <a:endParaRPr lang="en-US" sz="1000" b="0">
                        <a:solidFill>
                          <a:srgbClr val="1C1C1C"/>
                        </a:solidFill>
                        <a:effectLst/>
                      </a:endParaRPr>
                    </a:p>
                  </a:txBody>
                  <a:tcPr marL="86801" marR="86801" marT="43401" marB="43401" anchor="ctr"/>
                </a:tc>
                <a:tc>
                  <a:txBody>
                    <a:bodyPr/>
                    <a:lstStyle/>
                    <a:p>
                      <a:pPr algn="ctr" fontAlgn="base">
                        <a:lnSpc>
                          <a:spcPts val="1350"/>
                        </a:lnSpc>
                        <a:buNone/>
                      </a:pPr>
                      <a:r>
                        <a:rPr lang="en-US" sz="1000" b="0" u="none" strike="noStrike">
                          <a:solidFill>
                            <a:srgbClr val="1C1C1C"/>
                          </a:solidFill>
                          <a:effectLst/>
                        </a:rPr>
                        <a:t>PHB: 100%</a:t>
                      </a:r>
                      <a:r>
                        <a:rPr lang="en-US" sz="1000" b="0">
                          <a:solidFill>
                            <a:srgbClr val="1C1C1C"/>
                          </a:solidFill>
                          <a:effectLst/>
                        </a:rPr>
                        <a:t>​</a:t>
                      </a:r>
                      <a:endParaRPr lang="en-US" sz="1700" b="0">
                        <a:solidFill>
                          <a:srgbClr val="1C1C1C"/>
                        </a:solidFill>
                        <a:effectLst/>
                      </a:endParaRPr>
                    </a:p>
                    <a:p>
                      <a:pPr algn="ctr" fontAlgn="base">
                        <a:lnSpc>
                          <a:spcPts val="1350"/>
                        </a:lnSpc>
                        <a:buNone/>
                      </a:pPr>
                      <a:r>
                        <a:rPr lang="en-US" sz="1000" b="0" u="none" strike="noStrike">
                          <a:solidFill>
                            <a:srgbClr val="1C1C1C"/>
                          </a:solidFill>
                          <a:effectLst/>
                        </a:rPr>
                        <a:t>PHC: 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9/10/25 – 9/11/25</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Norway Inverter deliveries will begin on 9/10/25.</a:t>
                      </a:r>
                      <a:r>
                        <a:rPr lang="en-US" sz="1000" b="0">
                          <a:solidFill>
                            <a:srgbClr val="1C1C1C"/>
                          </a:solidFill>
                          <a:effectLst/>
                        </a:rPr>
                        <a:t>​</a:t>
                      </a:r>
                      <a:endParaRPr lang="en-US" sz="1700" b="0">
                        <a:solidFill>
                          <a:srgbClr val="1C1C1C"/>
                        </a:solidFill>
                        <a:effectLst/>
                      </a:endParaRPr>
                    </a:p>
                    <a:p>
                      <a:pPr algn="l" fontAlgn="base">
                        <a:lnSpc>
                          <a:spcPts val="975"/>
                        </a:lnSpc>
                        <a:buNone/>
                      </a:pPr>
                      <a:r>
                        <a:rPr lang="en-US" sz="1000" b="0">
                          <a:solidFill>
                            <a:srgbClr val="1C1C1C"/>
                          </a:solidFill>
                          <a:effectLst/>
                        </a:rPr>
                        <a:t>​</a:t>
                      </a:r>
                      <a:endParaRPr lang="en-US" sz="1700" b="0" i="0">
                        <a:solidFill>
                          <a:srgbClr val="1C1C1C"/>
                        </a:solidFill>
                        <a:effectLst/>
                      </a:endParaRPr>
                    </a:p>
                  </a:txBody>
                  <a:tcPr marL="86801" marR="86801" marT="43401" marB="43401" anchor="ctr"/>
                </a:tc>
                <a:extLst>
                  <a:ext uri="{0D108BD9-81ED-4DB2-BD59-A6C34878D82A}">
                    <a16:rowId xmlns:a16="http://schemas.microsoft.com/office/drawing/2014/main" val="2556802305"/>
                  </a:ext>
                </a:extLst>
              </a:tr>
              <a:tr h="572587">
                <a:tc>
                  <a:txBody>
                    <a:bodyPr/>
                    <a:lstStyle/>
                    <a:p>
                      <a:pPr algn="l" fontAlgn="base">
                        <a:lnSpc>
                          <a:spcPts val="1275"/>
                        </a:lnSpc>
                        <a:buNone/>
                      </a:pPr>
                      <a:r>
                        <a:rPr lang="en-US" sz="1000" b="0" u="none" strike="noStrike">
                          <a:solidFill>
                            <a:srgbClr val="1C1C1C"/>
                          </a:solidFill>
                          <a:effectLst/>
                        </a:rPr>
                        <a:t>Posts</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Powerhouse</a:t>
                      </a:r>
                      <a:endParaRPr lang="en-US" sz="1000" b="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5/07/24 - 9/16/24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a:solidFill>
                            <a:srgbClr val="1C1C1C"/>
                          </a:solidFill>
                          <a:effectLst/>
                        </a:rPr>
                        <a:t>Start improved from 6/03/24 to 5/07/24.​</a:t>
                      </a:r>
                      <a:endParaRPr lang="en-US" sz="1700" b="0">
                        <a:solidFill>
                          <a:srgbClr val="1C1C1C"/>
                        </a:solidFill>
                        <a:effectLst/>
                      </a:endParaRPr>
                    </a:p>
                    <a:p>
                      <a:pPr algn="l" fontAlgn="base">
                        <a:lnSpc>
                          <a:spcPts val="975"/>
                        </a:lnSpc>
                        <a:buNone/>
                      </a:pPr>
                      <a:r>
                        <a:rPr lang="en-US" sz="1000" b="0">
                          <a:solidFill>
                            <a:srgbClr val="1C1C1C"/>
                          </a:solidFill>
                          <a:effectLst/>
                        </a:rPr>
                        <a:t>All posts delivered as of 9/16/24.​</a:t>
                      </a:r>
                      <a:endParaRPr lang="en-US" sz="1700" b="0">
                        <a:solidFill>
                          <a:srgbClr val="1C1C1C"/>
                        </a:solidFill>
                        <a:effectLst/>
                      </a:endParaRPr>
                    </a:p>
                    <a:p>
                      <a:pPr algn="l" fontAlgn="base">
                        <a:lnSpc>
                          <a:spcPts val="975"/>
                        </a:lnSpc>
                        <a:buNone/>
                      </a:pPr>
                      <a:r>
                        <a:rPr lang="en-US" sz="1000" b="0">
                          <a:solidFill>
                            <a:srgbClr val="1C1C1C"/>
                          </a:solidFill>
                          <a:effectLst/>
                        </a:rPr>
                        <a:t>Began staging posts in Portugal 10/17/24.​</a:t>
                      </a:r>
                      <a:endParaRPr lang="en-US" sz="1700" b="0" i="0">
                        <a:solidFill>
                          <a:srgbClr val="1C1C1C"/>
                        </a:solidFill>
                        <a:effectLst/>
                      </a:endParaRPr>
                    </a:p>
                  </a:txBody>
                  <a:tcPr marL="86801" marR="86801" marT="43401" marB="43401" anchor="ctr"/>
                </a:tc>
                <a:extLst>
                  <a:ext uri="{0D108BD9-81ED-4DB2-BD59-A6C34878D82A}">
                    <a16:rowId xmlns:a16="http://schemas.microsoft.com/office/drawing/2014/main" val="1018670318"/>
                  </a:ext>
                </a:extLst>
              </a:tr>
              <a:tr h="452030">
                <a:tc>
                  <a:txBody>
                    <a:bodyPr/>
                    <a:lstStyle/>
                    <a:p>
                      <a:pPr algn="l" fontAlgn="base">
                        <a:lnSpc>
                          <a:spcPts val="1275"/>
                        </a:lnSpc>
                        <a:buNone/>
                      </a:pPr>
                      <a:r>
                        <a:rPr lang="en-US" sz="1000" b="0" u="none" strike="noStrike">
                          <a:solidFill>
                            <a:srgbClr val="1C1C1C"/>
                          </a:solidFill>
                          <a:effectLst/>
                        </a:rPr>
                        <a:t>Racking​</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Nextracker</a:t>
                      </a:r>
                      <a:endParaRPr lang="en-US" sz="1000" b="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6/03/24 - 9/16/24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a:solidFill>
                            <a:srgbClr val="1C1C1C"/>
                          </a:solidFill>
                          <a:effectLst/>
                        </a:rPr>
                        <a:t>All racking delivered as of 9/16/24.​</a:t>
                      </a:r>
                      <a:endParaRPr lang="en-US" sz="1700" b="0">
                        <a:solidFill>
                          <a:srgbClr val="1C1C1C"/>
                        </a:solidFill>
                        <a:effectLst/>
                      </a:endParaRPr>
                    </a:p>
                    <a:p>
                      <a:pPr algn="l" fontAlgn="base">
                        <a:lnSpc>
                          <a:spcPts val="975"/>
                        </a:lnSpc>
                        <a:buNone/>
                      </a:pPr>
                      <a:r>
                        <a:rPr lang="en-US" sz="1000" b="0">
                          <a:solidFill>
                            <a:srgbClr val="1C1C1C"/>
                          </a:solidFill>
                          <a:effectLst/>
                        </a:rPr>
                        <a:t>Began staging racking in Portugal on 10/18/24.​</a:t>
                      </a:r>
                      <a:endParaRPr lang="en-US" sz="1700" b="0" i="0">
                        <a:solidFill>
                          <a:srgbClr val="1C1C1C"/>
                        </a:solidFill>
                        <a:effectLst/>
                      </a:endParaRPr>
                    </a:p>
                  </a:txBody>
                  <a:tcPr marL="86801" marR="86801" marT="43401" marB="43401" anchor="ctr"/>
                </a:tc>
                <a:extLst>
                  <a:ext uri="{0D108BD9-81ED-4DB2-BD59-A6C34878D82A}">
                    <a16:rowId xmlns:a16="http://schemas.microsoft.com/office/drawing/2014/main" val="1550891220"/>
                  </a:ext>
                </a:extLst>
              </a:tr>
              <a:tr h="238041">
                <a:tc>
                  <a:txBody>
                    <a:bodyPr/>
                    <a:lstStyle/>
                    <a:p>
                      <a:pPr algn="l" fontAlgn="base">
                        <a:lnSpc>
                          <a:spcPts val="1275"/>
                        </a:lnSpc>
                        <a:buNone/>
                      </a:pPr>
                      <a:r>
                        <a:rPr lang="en-US" sz="1000" b="0" u="none" strike="noStrike">
                          <a:solidFill>
                            <a:srgbClr val="1C1C1C"/>
                          </a:solidFill>
                          <a:effectLst/>
                        </a:rPr>
                        <a:t>MV Cable​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Southwire/WTEC</a:t>
                      </a: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7/24/23 - 9/23//24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auto">
                        <a:lnSpc>
                          <a:spcPts val="975"/>
                        </a:lnSpc>
                        <a:buNone/>
                      </a:pPr>
                      <a:r>
                        <a:rPr lang="en-US" sz="1000" b="0">
                          <a:solidFill>
                            <a:srgbClr val="1C1C1C"/>
                          </a:solidFill>
                          <a:effectLst/>
                        </a:rPr>
                        <a:t>​</a:t>
                      </a:r>
                      <a:endParaRPr lang="en-US" sz="1000" b="0" i="0">
                        <a:solidFill>
                          <a:srgbClr val="1C1C1C"/>
                        </a:solidFill>
                        <a:effectLst/>
                        <a:latin typeface="Arial" panose="020B0604020202020204" pitchFamily="34" charset="0"/>
                      </a:endParaRPr>
                    </a:p>
                  </a:txBody>
                  <a:tcPr marL="86801" marR="86801" marT="43401" marB="43401" anchor="ctr"/>
                </a:tc>
                <a:extLst>
                  <a:ext uri="{0D108BD9-81ED-4DB2-BD59-A6C34878D82A}">
                    <a16:rowId xmlns:a16="http://schemas.microsoft.com/office/drawing/2014/main" val="4053629135"/>
                  </a:ext>
                </a:extLst>
              </a:tr>
              <a:tr h="238041">
                <a:tc>
                  <a:txBody>
                    <a:bodyPr/>
                    <a:lstStyle/>
                    <a:p>
                      <a:pPr algn="l" fontAlgn="base">
                        <a:lnSpc>
                          <a:spcPts val="1275"/>
                        </a:lnSpc>
                        <a:buNone/>
                      </a:pPr>
                      <a:r>
                        <a:rPr lang="en-US" sz="1000" b="0" u="none" strike="noStrike">
                          <a:solidFill>
                            <a:srgbClr val="1C1C1C"/>
                          </a:solidFill>
                          <a:effectLst/>
                        </a:rPr>
                        <a:t>Fiber</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TBD</a:t>
                      </a:r>
                      <a:endParaRPr lang="en-US" sz="1000" b="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7/24/23 - 9/23//24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auto">
                        <a:lnSpc>
                          <a:spcPts val="975"/>
                        </a:lnSpc>
                        <a:buNone/>
                      </a:pPr>
                      <a:r>
                        <a:rPr lang="en-US" sz="1000" b="0">
                          <a:solidFill>
                            <a:srgbClr val="1C1C1C"/>
                          </a:solidFill>
                          <a:effectLst/>
                        </a:rPr>
                        <a:t>​</a:t>
                      </a:r>
                      <a:endParaRPr lang="en-US" sz="1000" b="0" i="0">
                        <a:solidFill>
                          <a:srgbClr val="1C1C1C"/>
                        </a:solidFill>
                        <a:effectLst/>
                        <a:latin typeface="Arial" panose="020B0604020202020204" pitchFamily="34" charset="0"/>
                      </a:endParaRPr>
                    </a:p>
                  </a:txBody>
                  <a:tcPr marL="86801" marR="86801" marT="43401" marB="43401" anchor="ctr"/>
                </a:tc>
                <a:extLst>
                  <a:ext uri="{0D108BD9-81ED-4DB2-BD59-A6C34878D82A}">
                    <a16:rowId xmlns:a16="http://schemas.microsoft.com/office/drawing/2014/main" val="3101417667"/>
                  </a:ext>
                </a:extLst>
              </a:tr>
              <a:tr h="238041">
                <a:tc>
                  <a:txBody>
                    <a:bodyPr/>
                    <a:lstStyle/>
                    <a:p>
                      <a:pPr algn="l" fontAlgn="base">
                        <a:lnSpc>
                          <a:spcPts val="1275"/>
                        </a:lnSpc>
                        <a:buNone/>
                      </a:pPr>
                      <a:r>
                        <a:rPr lang="en-US" sz="1000" b="0" u="none" strike="noStrike">
                          <a:solidFill>
                            <a:srgbClr val="1C1C1C"/>
                          </a:solidFill>
                          <a:effectLst/>
                        </a:rPr>
                        <a:t>Ground Cable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TBD</a:t>
                      </a:r>
                      <a:endParaRPr lang="en-US" sz="1000" b="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7/24/23 - 3/1//24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auto">
                        <a:lnSpc>
                          <a:spcPts val="975"/>
                        </a:lnSpc>
                        <a:buNone/>
                      </a:pPr>
                      <a:r>
                        <a:rPr lang="en-US" sz="1000" b="0" u="none" strike="noStrike">
                          <a:solidFill>
                            <a:srgbClr val="1C1C1C"/>
                          </a:solidFill>
                          <a:effectLst/>
                        </a:rPr>
                        <a:t>​</a:t>
                      </a:r>
                      <a:endParaRPr lang="en-US" sz="1000" b="0" i="0" u="none" strike="noStrike">
                        <a:solidFill>
                          <a:srgbClr val="1C1C1C"/>
                        </a:solidFill>
                        <a:effectLst/>
                        <a:latin typeface="Arial" panose="020B0604020202020204" pitchFamily="34" charset="0"/>
                      </a:endParaRPr>
                    </a:p>
                  </a:txBody>
                  <a:tcPr marL="86801" marR="86801" marT="43401" marB="43401" anchor="ctr"/>
                </a:tc>
                <a:extLst>
                  <a:ext uri="{0D108BD9-81ED-4DB2-BD59-A6C34878D82A}">
                    <a16:rowId xmlns:a16="http://schemas.microsoft.com/office/drawing/2014/main" val="147105363"/>
                  </a:ext>
                </a:extLst>
              </a:tr>
              <a:tr h="238041">
                <a:tc>
                  <a:txBody>
                    <a:bodyPr/>
                    <a:lstStyle/>
                    <a:p>
                      <a:pPr algn="l" fontAlgn="base">
                        <a:lnSpc>
                          <a:spcPts val="1275"/>
                        </a:lnSpc>
                        <a:buNone/>
                      </a:pPr>
                      <a:r>
                        <a:rPr lang="en-US" sz="1000" b="0" u="none" strike="noStrike">
                          <a:solidFill>
                            <a:srgbClr val="1C1C1C"/>
                          </a:solidFill>
                          <a:effectLst/>
                        </a:rPr>
                        <a:t>DC Cable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TBD</a:t>
                      </a: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6/12/23 - 9/23/24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auto">
                        <a:lnSpc>
                          <a:spcPts val="975"/>
                        </a:lnSpc>
                        <a:buNone/>
                      </a:pPr>
                      <a:r>
                        <a:rPr lang="en-US" sz="1000" b="0">
                          <a:solidFill>
                            <a:srgbClr val="1C1C1C"/>
                          </a:solidFill>
                          <a:effectLst/>
                        </a:rPr>
                        <a:t>​</a:t>
                      </a:r>
                      <a:endParaRPr lang="en-US" sz="1000" b="0" i="0">
                        <a:solidFill>
                          <a:srgbClr val="1C1C1C"/>
                        </a:solidFill>
                        <a:effectLst/>
                        <a:latin typeface="Arial" panose="020B0604020202020204" pitchFamily="34" charset="0"/>
                      </a:endParaRPr>
                    </a:p>
                  </a:txBody>
                  <a:tcPr marL="86801" marR="86801" marT="43401" marB="43401" anchor="ctr"/>
                </a:tc>
                <a:extLst>
                  <a:ext uri="{0D108BD9-81ED-4DB2-BD59-A6C34878D82A}">
                    <a16:rowId xmlns:a16="http://schemas.microsoft.com/office/drawing/2014/main" val="4035369230"/>
                  </a:ext>
                </a:extLst>
              </a:tr>
              <a:tr h="661377">
                <a:tc>
                  <a:txBody>
                    <a:bodyPr/>
                    <a:lstStyle/>
                    <a:p>
                      <a:pPr algn="l" fontAlgn="base">
                        <a:lnSpc>
                          <a:spcPts val="1275"/>
                        </a:lnSpc>
                        <a:buNone/>
                      </a:pPr>
                      <a:r>
                        <a:rPr lang="en-US" sz="1000" b="0" u="none" strike="noStrike">
                          <a:solidFill>
                            <a:srgbClr val="1C1C1C"/>
                          </a:solidFill>
                          <a:effectLst/>
                        </a:rPr>
                        <a:t>Modules​</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ZNShine</a:t>
                      </a:r>
                      <a:endParaRPr lang="en-US" sz="1000" b="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PHB: 100%</a:t>
                      </a:r>
                      <a:r>
                        <a:rPr lang="en-US" sz="1000" b="0">
                          <a:solidFill>
                            <a:srgbClr val="1C1C1C"/>
                          </a:solidFill>
                          <a:effectLst/>
                        </a:rPr>
                        <a:t>​</a:t>
                      </a:r>
                      <a:endParaRPr lang="en-US" sz="1700" b="0">
                        <a:solidFill>
                          <a:srgbClr val="1C1C1C"/>
                        </a:solidFill>
                        <a:effectLst/>
                      </a:endParaRPr>
                    </a:p>
                    <a:p>
                      <a:pPr algn="ctr" fontAlgn="base">
                        <a:lnSpc>
                          <a:spcPts val="1275"/>
                        </a:lnSpc>
                        <a:buNone/>
                      </a:pPr>
                      <a:r>
                        <a:rPr lang="en-US" sz="1000" b="0" u="none" strike="noStrike">
                          <a:solidFill>
                            <a:srgbClr val="7030A0"/>
                          </a:solidFill>
                          <a:effectLst/>
                        </a:rPr>
                        <a:t>PHC: 75% </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CLE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PHB: 7/31/24 - 12/06/24</a:t>
                      </a:r>
                      <a:r>
                        <a:rPr lang="en-US" sz="1000" b="0">
                          <a:solidFill>
                            <a:srgbClr val="1C1C1C"/>
                          </a:solidFill>
                          <a:effectLst/>
                        </a:rPr>
                        <a:t>​</a:t>
                      </a:r>
                      <a:endParaRPr lang="en-US" sz="1700" b="0">
                        <a:solidFill>
                          <a:srgbClr val="1C1C1C"/>
                        </a:solidFill>
                        <a:effectLst/>
                      </a:endParaRPr>
                    </a:p>
                    <a:p>
                      <a:pPr algn="ctr" fontAlgn="base">
                        <a:lnSpc>
                          <a:spcPts val="975"/>
                        </a:lnSpc>
                        <a:buNone/>
                      </a:pPr>
                      <a:r>
                        <a:rPr lang="en-US" sz="1000" b="0" u="none" strike="noStrike">
                          <a:solidFill>
                            <a:srgbClr val="1C1C1C"/>
                          </a:solidFill>
                          <a:effectLst/>
                        </a:rPr>
                        <a:t>PHC: 8/25/25 – 9/30/25 </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On 8/12 DPI requested Phase C modules to be delivered starting 8/25 at a frequency of 6 loads/day. </a:t>
                      </a:r>
                      <a:r>
                        <a:rPr lang="en-US" sz="1000" b="0">
                          <a:solidFill>
                            <a:srgbClr val="1C1C1C"/>
                          </a:solidFill>
                          <a:effectLst/>
                        </a:rPr>
                        <a:t>​</a:t>
                      </a:r>
                      <a:endParaRPr lang="en-US" sz="1700" b="0">
                        <a:solidFill>
                          <a:srgbClr val="1C1C1C"/>
                        </a:solidFill>
                        <a:effectLst/>
                      </a:endParaRPr>
                    </a:p>
                    <a:p>
                      <a:pPr algn="l" fontAlgn="base">
                        <a:lnSpc>
                          <a:spcPts val="1725"/>
                        </a:lnSpc>
                        <a:buNone/>
                      </a:pPr>
                      <a:r>
                        <a:rPr lang="en-US" sz="1700" b="0">
                          <a:solidFill>
                            <a:srgbClr val="1C1C1C"/>
                          </a:solidFill>
                          <a:effectLst/>
                        </a:rPr>
                        <a:t>​</a:t>
                      </a:r>
                      <a:endParaRPr lang="en-US" sz="1700" b="0" i="0">
                        <a:solidFill>
                          <a:srgbClr val="1C1C1C"/>
                        </a:solidFill>
                        <a:effectLst/>
                      </a:endParaRPr>
                    </a:p>
                  </a:txBody>
                  <a:tcPr marL="86801" marR="86801" marT="43401" marB="43401" anchor="ctr"/>
                </a:tc>
                <a:extLst>
                  <a:ext uri="{0D108BD9-81ED-4DB2-BD59-A6C34878D82A}">
                    <a16:rowId xmlns:a16="http://schemas.microsoft.com/office/drawing/2014/main" val="1791887875"/>
                  </a:ext>
                </a:extLst>
              </a:tr>
              <a:tr h="238041">
                <a:tc>
                  <a:txBody>
                    <a:bodyPr/>
                    <a:lstStyle/>
                    <a:p>
                      <a:pPr algn="l" fontAlgn="base">
                        <a:lnSpc>
                          <a:spcPts val="975"/>
                        </a:lnSpc>
                        <a:buNone/>
                      </a:pPr>
                      <a:r>
                        <a:rPr lang="en-US" sz="1000" b="0">
                          <a:solidFill>
                            <a:srgbClr val="1C1C1C"/>
                          </a:solidFill>
                          <a:effectLst/>
                        </a:rPr>
                        <a:t>GSU​</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GSU Delivery/Setting</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CLE</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12/8/23- 4/11/24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a:solidFill>
                            <a:srgbClr val="1C1C1C"/>
                          </a:solidFill>
                          <a:effectLst/>
                        </a:rPr>
                        <a:t>Furnished by Owner​</a:t>
                      </a:r>
                      <a:endParaRPr lang="en-US" sz="1700" b="0" i="0">
                        <a:solidFill>
                          <a:srgbClr val="1C1C1C"/>
                        </a:solidFill>
                        <a:effectLst/>
                      </a:endParaRPr>
                    </a:p>
                  </a:txBody>
                  <a:tcPr marL="86801" marR="86801" marT="43401" marB="43401" anchor="ctr"/>
                </a:tc>
                <a:extLst>
                  <a:ext uri="{0D108BD9-81ED-4DB2-BD59-A6C34878D82A}">
                    <a16:rowId xmlns:a16="http://schemas.microsoft.com/office/drawing/2014/main" val="2083438896"/>
                  </a:ext>
                </a:extLst>
              </a:tr>
              <a:tr h="238041">
                <a:tc>
                  <a:txBody>
                    <a:bodyPr/>
                    <a:lstStyle/>
                    <a:p>
                      <a:pPr lvl="0" algn="l">
                        <a:lnSpc>
                          <a:spcPts val="975"/>
                        </a:lnSpc>
                        <a:buNone/>
                      </a:pPr>
                      <a:endParaRPr lang="en-US" sz="1000" b="0">
                        <a:solidFill>
                          <a:srgbClr val="1C1C1C"/>
                        </a:solidFill>
                        <a:effectLst/>
                      </a:endParaRPr>
                    </a:p>
                  </a:txBody>
                  <a:tcPr marL="86801" marR="86801" marT="43401" marB="43401" anchor="ctr"/>
                </a:tc>
                <a:tc>
                  <a:txBody>
                    <a:bodyPr/>
                    <a:lstStyle/>
                    <a:p>
                      <a:pPr lvl="0" algn="ctr">
                        <a:lnSpc>
                          <a:spcPts val="1275"/>
                        </a:lnSpc>
                        <a:buNone/>
                      </a:pPr>
                      <a:endParaRPr lang="en-US" sz="1000" b="0">
                        <a:solidFill>
                          <a:srgbClr val="1C1C1C"/>
                        </a:solidFill>
                        <a:effectLst/>
                      </a:endParaRPr>
                    </a:p>
                  </a:txBody>
                  <a:tcPr marL="86801" marR="86801" marT="43401" marB="43401" anchor="ctr"/>
                </a:tc>
                <a:tc>
                  <a:txBody>
                    <a:bodyPr/>
                    <a:lstStyle/>
                    <a:p>
                      <a:pPr lvl="0" algn="l">
                        <a:lnSpc>
                          <a:spcPts val="1275"/>
                        </a:lnSpc>
                        <a:buNone/>
                      </a:pPr>
                      <a:endParaRPr lang="en-US" sz="1000" b="0">
                        <a:solidFill>
                          <a:srgbClr val="1C1C1C"/>
                        </a:solidFill>
                        <a:effectLst/>
                      </a:endParaRPr>
                    </a:p>
                  </a:txBody>
                  <a:tcPr marL="86801" marR="86801" marT="43401" marB="43401" anchor="ctr"/>
                </a:tc>
                <a:tc>
                  <a:txBody>
                    <a:bodyPr/>
                    <a:lstStyle/>
                    <a:p>
                      <a:pPr lvl="0" algn="ctr">
                        <a:lnSpc>
                          <a:spcPts val="1275"/>
                        </a:lnSpc>
                        <a:buNone/>
                      </a:pPr>
                      <a:endParaRPr lang="en-US" sz="1000" b="0">
                        <a:solidFill>
                          <a:srgbClr val="1C1C1C"/>
                        </a:solidFill>
                        <a:effectLst/>
                      </a:endParaRPr>
                    </a:p>
                  </a:txBody>
                  <a:tcPr marL="86801" marR="86801" marT="43401" marB="43401" anchor="ctr"/>
                </a:tc>
                <a:tc>
                  <a:txBody>
                    <a:bodyPr/>
                    <a:lstStyle/>
                    <a:p>
                      <a:pPr lvl="0" algn="l">
                        <a:lnSpc>
                          <a:spcPts val="975"/>
                        </a:lnSpc>
                        <a:buNone/>
                      </a:pPr>
                      <a:endParaRPr lang="en-US" sz="1000" b="0">
                        <a:solidFill>
                          <a:srgbClr val="1C1C1C"/>
                        </a:solidFill>
                        <a:effectLst/>
                      </a:endParaRPr>
                    </a:p>
                  </a:txBody>
                  <a:tcPr marL="86801" marR="86801" marT="43401" marB="43401" anchor="ctr"/>
                </a:tc>
                <a:tc>
                  <a:txBody>
                    <a:bodyPr/>
                    <a:lstStyle/>
                    <a:p>
                      <a:pPr lvl="0" algn="ctr">
                        <a:lnSpc>
                          <a:spcPts val="975"/>
                        </a:lnSpc>
                        <a:buNone/>
                      </a:pPr>
                      <a:endParaRPr lang="en-US" sz="1000" b="0">
                        <a:solidFill>
                          <a:srgbClr val="1C1C1C"/>
                        </a:solidFill>
                        <a:effectLst/>
                      </a:endParaRPr>
                    </a:p>
                  </a:txBody>
                  <a:tcPr marL="86801" marR="86801" marT="43401" marB="43401" anchor="ctr"/>
                </a:tc>
                <a:tc>
                  <a:txBody>
                    <a:bodyPr/>
                    <a:lstStyle/>
                    <a:p>
                      <a:pPr lvl="0" algn="l">
                        <a:lnSpc>
                          <a:spcPts val="975"/>
                        </a:lnSpc>
                        <a:buNone/>
                      </a:pPr>
                      <a:endParaRPr lang="en-US" sz="1000" b="0">
                        <a:solidFill>
                          <a:srgbClr val="1C1C1C"/>
                        </a:solidFill>
                        <a:effectLst/>
                      </a:endParaRPr>
                    </a:p>
                  </a:txBody>
                  <a:tcPr marL="86801" marR="86801" marT="43401" marB="43401" anchor="ctr"/>
                </a:tc>
                <a:extLst>
                  <a:ext uri="{0D108BD9-81ED-4DB2-BD59-A6C34878D82A}">
                    <a16:rowId xmlns:a16="http://schemas.microsoft.com/office/drawing/2014/main" val="3477762334"/>
                  </a:ext>
                </a:extLst>
              </a:tr>
              <a:tr h="238041">
                <a:tc>
                  <a:txBody>
                    <a:bodyPr/>
                    <a:lstStyle/>
                    <a:p>
                      <a:pPr algn="l" fontAlgn="base">
                        <a:lnSpc>
                          <a:spcPts val="975"/>
                        </a:lnSpc>
                        <a:buNone/>
                      </a:pPr>
                      <a:r>
                        <a:rPr lang="en-US" sz="1000" b="0">
                          <a:solidFill>
                            <a:srgbClr val="1C1C1C"/>
                          </a:solidFill>
                          <a:effectLst/>
                        </a:rPr>
                        <a:t>SCADA (PV)​</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1275"/>
                        </a:lnSpc>
                        <a:buNone/>
                      </a:pPr>
                      <a:r>
                        <a:rPr lang="en-US" sz="1000" b="0" u="none" strike="noStrike">
                          <a:solidFill>
                            <a:srgbClr val="1C1C1C"/>
                          </a:solidFill>
                          <a:effectLst/>
                        </a:rPr>
                        <a:t>SCADA</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1275"/>
                        </a:lnSpc>
                        <a:buNone/>
                      </a:pPr>
                      <a:r>
                        <a:rPr lang="en-US" sz="1000" b="0" u="none" strike="noStrike">
                          <a:solidFill>
                            <a:srgbClr val="1C1C1C"/>
                          </a:solidFill>
                          <a:effectLst/>
                        </a:rPr>
                        <a:t>100%</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base">
                        <a:lnSpc>
                          <a:spcPts val="975"/>
                        </a:lnSpc>
                        <a:buNone/>
                      </a:pPr>
                      <a:r>
                        <a:rPr lang="en-US" sz="1000" b="0" u="none" strike="noStrike">
                          <a:solidFill>
                            <a:srgbClr val="1C1C1C"/>
                          </a:solidFill>
                          <a:effectLst/>
                        </a:rPr>
                        <a:t>DEPCOM</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ctr" fontAlgn="base">
                        <a:lnSpc>
                          <a:spcPts val="975"/>
                        </a:lnSpc>
                        <a:buNone/>
                      </a:pPr>
                      <a:r>
                        <a:rPr lang="en-US" sz="1000" b="0" u="none" strike="noStrike">
                          <a:solidFill>
                            <a:srgbClr val="1C1C1C"/>
                          </a:solidFill>
                          <a:effectLst/>
                        </a:rPr>
                        <a:t>12/16/23-12/17/24</a:t>
                      </a:r>
                      <a:r>
                        <a:rPr lang="en-US" sz="1000" b="0">
                          <a:solidFill>
                            <a:srgbClr val="1C1C1C"/>
                          </a:solidFill>
                          <a:effectLst/>
                        </a:rPr>
                        <a:t>​</a:t>
                      </a:r>
                      <a:endParaRPr lang="en-US" sz="1700" b="0" i="0">
                        <a:solidFill>
                          <a:srgbClr val="1C1C1C"/>
                        </a:solidFill>
                        <a:effectLst/>
                      </a:endParaRPr>
                    </a:p>
                  </a:txBody>
                  <a:tcPr marL="86801" marR="86801" marT="43401" marB="43401" anchor="ctr"/>
                </a:tc>
                <a:tc>
                  <a:txBody>
                    <a:bodyPr/>
                    <a:lstStyle/>
                    <a:p>
                      <a:pPr algn="l" fontAlgn="auto">
                        <a:lnSpc>
                          <a:spcPts val="975"/>
                        </a:lnSpc>
                        <a:buNone/>
                      </a:pPr>
                      <a:r>
                        <a:rPr lang="en-US" sz="1000" b="0">
                          <a:solidFill>
                            <a:srgbClr val="1C1C1C"/>
                          </a:solidFill>
                          <a:effectLst/>
                        </a:rPr>
                        <a:t>​</a:t>
                      </a:r>
                      <a:endParaRPr lang="en-US" sz="1000" b="0" i="0">
                        <a:solidFill>
                          <a:srgbClr val="1C1C1C"/>
                        </a:solidFill>
                        <a:effectLst/>
                        <a:latin typeface="Arial" panose="020B0604020202020204" pitchFamily="34" charset="0"/>
                      </a:endParaRPr>
                    </a:p>
                  </a:txBody>
                  <a:tcPr marL="86801" marR="86801" marT="43401" marB="43401" anchor="ctr"/>
                </a:tc>
                <a:extLst>
                  <a:ext uri="{0D108BD9-81ED-4DB2-BD59-A6C34878D82A}">
                    <a16:rowId xmlns:a16="http://schemas.microsoft.com/office/drawing/2014/main" val="1840287449"/>
                  </a:ext>
                </a:extLst>
              </a:tr>
            </a:tbl>
          </a:graphicData>
        </a:graphic>
      </p:graphicFrame>
      <p:sp>
        <p:nvSpPr>
          <p:cNvPr id="8" name="Rectangle 3">
            <a:extLst>
              <a:ext uri="{FF2B5EF4-FFF2-40B4-BE49-F238E27FC236}">
                <a16:creationId xmlns:a16="http://schemas.microsoft.com/office/drawing/2014/main" id="{B5E8BDC4-CB6C-3FCF-F5EB-D818AF49CE86}"/>
              </a:ext>
            </a:extLst>
          </p:cNvPr>
          <p:cNvSpPr>
            <a:spLocks noChangeArrowheads="1"/>
          </p:cNvSpPr>
          <p:nvPr/>
        </p:nvSpPr>
        <p:spPr bwMode="auto">
          <a:xfrm>
            <a:off x="838200" y="1939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4340032"/>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9C4681-8BA3-583C-22B5-CD755E1E5234}"/>
              </a:ext>
            </a:extLst>
          </p:cNvPr>
          <p:cNvSpPr>
            <a:spLocks noGrp="1"/>
          </p:cNvSpPr>
          <p:nvPr>
            <p:ph type="title"/>
          </p:nvPr>
        </p:nvSpPr>
        <p:spPr/>
        <p:txBody>
          <a:bodyPr/>
          <a:lstStyle/>
          <a:p>
            <a:pPr algn="ctr"/>
            <a:r>
              <a:rPr lang="en-US"/>
              <a:t>HV Support </a:t>
            </a:r>
          </a:p>
        </p:txBody>
      </p:sp>
      <p:sp>
        <p:nvSpPr>
          <p:cNvPr id="5" name="Content Placeholder 4">
            <a:extLst>
              <a:ext uri="{FF2B5EF4-FFF2-40B4-BE49-F238E27FC236}">
                <a16:creationId xmlns:a16="http://schemas.microsoft.com/office/drawing/2014/main" id="{4D68E753-7F31-B5D5-7568-DE6C1A6685F9}"/>
              </a:ext>
              <a:ext uri="{C183D7F6-B498-43B3-948B-1728B52AA6E4}">
                <adec:decorative xmlns:adec="http://schemas.microsoft.com/office/drawing/2017/decorative" val="0"/>
              </a:ext>
            </a:extLst>
          </p:cNvPr>
          <p:cNvSpPr>
            <a:spLocks noGrp="1"/>
          </p:cNvSpPr>
          <p:nvPr>
            <p:ph idx="1"/>
          </p:nvPr>
        </p:nvSpPr>
        <p:spPr/>
        <p:txBody>
          <a:bodyPr>
            <a:normAutofit fontScale="70000" lnSpcReduction="20000"/>
          </a:bodyPr>
          <a:lstStyle/>
          <a:p>
            <a:r>
              <a:rPr lang="en-US"/>
              <a:t>The substation is the </a:t>
            </a:r>
            <a:r>
              <a:rPr lang="en-US" b="1"/>
              <a:t>core connection point</a:t>
            </a:r>
            <a:r>
              <a:rPr lang="en-US"/>
              <a:t> of the PV plant — linking power generation, high-voltage infrastructure, and control systems into one coordinated network.</a:t>
            </a:r>
          </a:p>
          <a:p>
            <a:r>
              <a:rPr lang="en-US" b="1"/>
              <a:t>PV Integration:</a:t>
            </a:r>
            <a:br>
              <a:rPr lang="en-US"/>
            </a:br>
            <a:r>
              <a:rPr lang="en-US"/>
              <a:t>Inverters deliver medium-voltage AC power to the substation, where it’s aggregated and prepared for grid export.</a:t>
            </a:r>
          </a:p>
          <a:p>
            <a:r>
              <a:rPr lang="en-US" b="1"/>
              <a:t>HV Infrastructure:</a:t>
            </a:r>
            <a:br>
              <a:rPr lang="en-US"/>
            </a:br>
            <a:r>
              <a:rPr lang="en-US"/>
              <a:t>Step-up transformers, breakers, and </a:t>
            </a:r>
            <a:r>
              <a:rPr lang="en-US" err="1"/>
              <a:t>buswork</a:t>
            </a:r>
            <a:r>
              <a:rPr lang="en-US"/>
              <a:t> raise voltage to transmission level and ensure protection, reliability, and grid compliance.</a:t>
            </a:r>
          </a:p>
          <a:p>
            <a:r>
              <a:rPr lang="en-US" b="1"/>
              <a:t>SCADA System:</a:t>
            </a:r>
            <a:br>
              <a:rPr lang="en-US"/>
            </a:br>
            <a:r>
              <a:rPr lang="en-US"/>
              <a:t>Provides real-time monitoring, remote control, and data communication between the PV field, substation, and utility control center.</a:t>
            </a:r>
          </a:p>
          <a:p>
            <a:endParaRPr lang="en-US"/>
          </a:p>
        </p:txBody>
      </p:sp>
      <p:pic>
        <p:nvPicPr>
          <p:cNvPr id="7" name="Picture 6">
            <a:extLst>
              <a:ext uri="{FF2B5EF4-FFF2-40B4-BE49-F238E27FC236}">
                <a16:creationId xmlns:a16="http://schemas.microsoft.com/office/drawing/2014/main" id="{A6467830-3277-68A5-29AA-F4DB2C97C939}"/>
              </a:ext>
            </a:extLst>
          </p:cNvPr>
          <p:cNvPicPr>
            <a:picLocks noChangeAspect="1"/>
          </p:cNvPicPr>
          <p:nvPr/>
        </p:nvPicPr>
        <p:blipFill>
          <a:blip r:embed="rId2"/>
          <a:stretch>
            <a:fillRect/>
          </a:stretch>
        </p:blipFill>
        <p:spPr>
          <a:xfrm>
            <a:off x="836612" y="2057401"/>
            <a:ext cx="3932237" cy="3897086"/>
          </a:xfrm>
          <a:prstGeom prst="rect">
            <a:avLst/>
          </a:prstGeom>
        </p:spPr>
      </p:pic>
      <p:sp>
        <p:nvSpPr>
          <p:cNvPr id="6" name="Text Placeholder 5">
            <a:extLst>
              <a:ext uri="{FF2B5EF4-FFF2-40B4-BE49-F238E27FC236}">
                <a16:creationId xmlns:a16="http://schemas.microsoft.com/office/drawing/2014/main" id="{CA98B319-4321-0A5C-873C-7BAA8639CFEF}"/>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940042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015F80-DE77-EBF9-8C2F-84A6C38CA48B}"/>
              </a:ext>
            </a:extLst>
          </p:cNvPr>
          <p:cNvSpPr>
            <a:spLocks noGrp="1"/>
          </p:cNvSpPr>
          <p:nvPr>
            <p:ph type="title"/>
          </p:nvPr>
        </p:nvSpPr>
        <p:spPr>
          <a:xfrm>
            <a:off x="7024133" y="609600"/>
            <a:ext cx="4436347" cy="1330839"/>
          </a:xfrm>
        </p:spPr>
        <p:txBody>
          <a:bodyPr vert="horz" lIns="91440" tIns="45720" rIns="91440" bIns="45720" rtlCol="0" anchor="ctr">
            <a:normAutofit/>
          </a:bodyPr>
          <a:lstStyle/>
          <a:p>
            <a:r>
              <a:rPr lang="en-US" sz="4400"/>
              <a:t>Substation Construction</a:t>
            </a:r>
          </a:p>
        </p:txBody>
      </p:sp>
      <p:pic>
        <p:nvPicPr>
          <p:cNvPr id="9" name="Content Placeholder 8" descr="A large metal structure with wires">
            <a:extLst>
              <a:ext uri="{FF2B5EF4-FFF2-40B4-BE49-F238E27FC236}">
                <a16:creationId xmlns:a16="http://schemas.microsoft.com/office/drawing/2014/main" id="{B3EDA014-B0E0-4D09-670D-ABDE923734E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33" r="-2" b="-2"/>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7" name="Text Placeholder 6">
            <a:extLst>
              <a:ext uri="{FF2B5EF4-FFF2-40B4-BE49-F238E27FC236}">
                <a16:creationId xmlns:a16="http://schemas.microsoft.com/office/drawing/2014/main" id="{96BAF85A-FE18-21C4-DF6F-677993D6EF63}"/>
              </a:ext>
            </a:extLst>
          </p:cNvPr>
          <p:cNvSpPr>
            <a:spLocks noGrp="1"/>
          </p:cNvSpPr>
          <p:nvPr>
            <p:ph type="body" sz="half" idx="2"/>
          </p:nvPr>
        </p:nvSpPr>
        <p:spPr>
          <a:xfrm>
            <a:off x="7320465" y="2194102"/>
            <a:ext cx="4140013" cy="3908586"/>
          </a:xfrm>
        </p:spPr>
        <p:txBody>
          <a:bodyPr vert="horz" lIns="91440" tIns="45720" rIns="91440" bIns="45720" rtlCol="0">
            <a:normAutofit fontScale="92500" lnSpcReduction="20000"/>
          </a:bodyPr>
          <a:lstStyle/>
          <a:p>
            <a:pPr indent="-228600">
              <a:buFont typeface="Arial" panose="020B0604020202020204" pitchFamily="34" charset="0"/>
              <a:buChar char="•"/>
            </a:pPr>
            <a:r>
              <a:rPr lang="en-US" sz="2000"/>
              <a:t>Main Power Transformer (GSU): Steps medium-voltage (e.g., 34.5 kV) up to transmission level.</a:t>
            </a:r>
          </a:p>
          <a:p>
            <a:pPr indent="-228600">
              <a:buFont typeface="Arial" panose="020B0604020202020204" pitchFamily="34" charset="0"/>
              <a:buChar char="•"/>
            </a:pPr>
            <a:r>
              <a:rPr lang="en-US" sz="2000"/>
              <a:t>Circuit Breakers &amp; Disconnect Switches: Provide isolation and protection for maintenance and faults.</a:t>
            </a:r>
          </a:p>
          <a:p>
            <a:pPr indent="-228600">
              <a:buFont typeface="Arial" panose="020B0604020202020204" pitchFamily="34" charset="0"/>
              <a:buChar char="•"/>
            </a:pPr>
            <a:r>
              <a:rPr lang="en-US" sz="2000"/>
              <a:t>Grounding System: Ensures personnel safety and equipment protection during faults.</a:t>
            </a:r>
          </a:p>
          <a:p>
            <a:pPr indent="-228600">
              <a:buFont typeface="Arial" panose="020B0604020202020204" pitchFamily="34" charset="0"/>
              <a:buChar char="•"/>
            </a:pPr>
            <a:r>
              <a:rPr lang="en-US" sz="2000"/>
              <a:t>Control House / Relay Panels: Houses protection relays, metering, and SCADA interface hardware.</a:t>
            </a:r>
          </a:p>
          <a:p>
            <a:pPr indent="-228600">
              <a:buFont typeface="Arial" panose="020B0604020202020204" pitchFamily="34" charset="0"/>
              <a:buChar char="•"/>
            </a:pPr>
            <a:r>
              <a:rPr lang="en-US" sz="2000"/>
              <a:t>Auxiliary Power &amp; Lighting: Supports controls, communications, and maintenance functions.</a:t>
            </a:r>
          </a:p>
          <a:p>
            <a:pPr indent="-228600">
              <a:buFont typeface="Arial" panose="020B0604020202020204" pitchFamily="34" charset="0"/>
              <a:buChar char="•"/>
            </a:pPr>
            <a:endParaRPr lang="en-US" sz="2000"/>
          </a:p>
        </p:txBody>
      </p:sp>
    </p:spTree>
    <p:extLst>
      <p:ext uri="{BB962C8B-B14F-4D97-AF65-F5344CB8AC3E}">
        <p14:creationId xmlns:p14="http://schemas.microsoft.com/office/powerpoint/2010/main" val="32922060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19FE7-7775-649D-1782-55FA704024C6}"/>
              </a:ext>
            </a:extLst>
          </p:cNvPr>
          <p:cNvSpPr>
            <a:spLocks noGrp="1"/>
          </p:cNvSpPr>
          <p:nvPr>
            <p:ph type="title"/>
          </p:nvPr>
        </p:nvSpPr>
        <p:spPr>
          <a:xfrm>
            <a:off x="584201" y="647527"/>
            <a:ext cx="9789152" cy="561199"/>
          </a:xfrm>
        </p:spPr>
        <p:txBody>
          <a:bodyPr/>
          <a:lstStyle/>
          <a:p>
            <a:r>
              <a:rPr lang="en-US"/>
              <a:t>Project Risks &amp; Opportunities</a:t>
            </a:r>
          </a:p>
        </p:txBody>
      </p:sp>
      <p:sp>
        <p:nvSpPr>
          <p:cNvPr id="3" name="Content Placeholder 2">
            <a:extLst>
              <a:ext uri="{FF2B5EF4-FFF2-40B4-BE49-F238E27FC236}">
                <a16:creationId xmlns:a16="http://schemas.microsoft.com/office/drawing/2014/main" id="{7FD0AA78-DD78-77FA-A8F6-88E665A3FB96}"/>
              </a:ext>
            </a:extLst>
          </p:cNvPr>
          <p:cNvSpPr>
            <a:spLocks noGrp="1"/>
          </p:cNvSpPr>
          <p:nvPr>
            <p:ph sz="half" idx="1"/>
          </p:nvPr>
        </p:nvSpPr>
        <p:spPr>
          <a:xfrm>
            <a:off x="584200" y="1583573"/>
            <a:ext cx="5245995" cy="4110125"/>
          </a:xfrm>
        </p:spPr>
        <p:txBody>
          <a:bodyPr vert="horz" lIns="91440" tIns="45720" rIns="91440" bIns="45720" rtlCol="0" anchor="t">
            <a:noAutofit/>
          </a:bodyPr>
          <a:lstStyle/>
          <a:p>
            <a:r>
              <a:rPr lang="en-US"/>
              <a:t>Landowner Access</a:t>
            </a:r>
          </a:p>
          <a:p>
            <a:pPr lvl="1">
              <a:buFont typeface="Courier New" panose="020B0604020202020204" pitchFamily="34" charset="0"/>
              <a:buChar char="o"/>
            </a:pPr>
            <a:r>
              <a:rPr lang="en-US">
                <a:solidFill>
                  <a:srgbClr val="FFFFFF"/>
                </a:solidFill>
              </a:rPr>
              <a:t>Parcel x</a:t>
            </a:r>
          </a:p>
          <a:p>
            <a:r>
              <a:rPr lang="en-US"/>
              <a:t>Pile Driving Methodology</a:t>
            </a:r>
          </a:p>
          <a:p>
            <a:r>
              <a:rPr lang="en-US"/>
              <a:t>Gas Line Crossings</a:t>
            </a:r>
          </a:p>
          <a:p>
            <a:r>
              <a:rPr lang="en-US"/>
              <a:t>Vegetation / Stabilization</a:t>
            </a:r>
          </a:p>
          <a:p>
            <a:endParaRPr lang="en-US"/>
          </a:p>
        </p:txBody>
      </p:sp>
      <p:sp>
        <p:nvSpPr>
          <p:cNvPr id="7" name="Content Placeholder 2">
            <a:extLst>
              <a:ext uri="{FF2B5EF4-FFF2-40B4-BE49-F238E27FC236}">
                <a16:creationId xmlns:a16="http://schemas.microsoft.com/office/drawing/2014/main" id="{59BAC9F0-5611-3F86-C9E0-8E524263351B}"/>
              </a:ext>
            </a:extLst>
          </p:cNvPr>
          <p:cNvSpPr txBox="1">
            <a:spLocks/>
          </p:cNvSpPr>
          <p:nvPr/>
        </p:nvSpPr>
        <p:spPr>
          <a:xfrm>
            <a:off x="6596487" y="1585720"/>
            <a:ext cx="5245995" cy="41101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Trench SC34 to SC33</a:t>
            </a:r>
          </a:p>
          <a:p>
            <a:r>
              <a:rPr lang="en-US"/>
              <a:t>Fence Isolation Panel Alternate (gap)</a:t>
            </a:r>
          </a:p>
          <a:p>
            <a:endParaRPr lang="en-US"/>
          </a:p>
        </p:txBody>
      </p:sp>
    </p:spTree>
    <p:extLst>
      <p:ext uri="{BB962C8B-B14F-4D97-AF65-F5344CB8AC3E}">
        <p14:creationId xmlns:p14="http://schemas.microsoft.com/office/powerpoint/2010/main" val="2125673918"/>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B5EC60-BA53-2AEC-B233-E493E1B70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45242-BC67-1639-AB7A-D99340A9246C}"/>
              </a:ext>
            </a:extLst>
          </p:cNvPr>
          <p:cNvSpPr>
            <a:spLocks noGrp="1"/>
          </p:cNvSpPr>
          <p:nvPr>
            <p:ph type="title"/>
          </p:nvPr>
        </p:nvSpPr>
        <p:spPr>
          <a:xfrm>
            <a:off x="584201" y="571327"/>
            <a:ext cx="10183116" cy="464608"/>
          </a:xfrm>
        </p:spPr>
        <p:txBody>
          <a:bodyPr/>
          <a:lstStyle/>
          <a:p>
            <a:r>
              <a:rPr lang="en-US"/>
              <a:t>Scope of Work &amp; Major Equipment</a:t>
            </a:r>
          </a:p>
        </p:txBody>
      </p:sp>
      <p:sp>
        <p:nvSpPr>
          <p:cNvPr id="5" name="Content Placeholder 3">
            <a:extLst>
              <a:ext uri="{FF2B5EF4-FFF2-40B4-BE49-F238E27FC236}">
                <a16:creationId xmlns:a16="http://schemas.microsoft.com/office/drawing/2014/main" id="{6411D48E-19D3-805E-28B3-75180E576D1D}"/>
              </a:ext>
            </a:extLst>
          </p:cNvPr>
          <p:cNvSpPr>
            <a:spLocks noGrp="1"/>
          </p:cNvSpPr>
          <p:nvPr>
            <p:ph sz="half" idx="1"/>
          </p:nvPr>
        </p:nvSpPr>
        <p:spPr>
          <a:xfrm>
            <a:off x="603749" y="1169754"/>
            <a:ext cx="10984501" cy="1235352"/>
          </a:xfrm>
        </p:spPr>
        <p:txBody>
          <a:bodyPr vert="horz" lIns="91440" tIns="45720" rIns="91440" bIns="45720" rtlCol="0" anchor="t">
            <a:noAutofit/>
          </a:bodyPr>
          <a:lstStyle/>
          <a:p>
            <a:pPr marL="285750" indent="-285750">
              <a:buClr>
                <a:schemeClr val="tx2"/>
              </a:buClr>
              <a:buFont typeface="Arial" panose="020B0604020202020204" pitchFamily="34" charset="0"/>
              <a:buChar char="•"/>
            </a:pPr>
            <a:r>
              <a:rPr lang="en-US" sz="1800"/>
              <a:t>DEPCOM: EPC 65 MW AC (88 MW DC) PV solar facility, substation and O&amp;M Building</a:t>
            </a:r>
          </a:p>
          <a:p>
            <a:pPr marL="285750" indent="-285750">
              <a:buClr>
                <a:schemeClr val="tx2"/>
              </a:buClr>
              <a:buFont typeface="Arial" panose="020B0604020202020204" pitchFamily="34" charset="0"/>
              <a:buChar char="•"/>
            </a:pPr>
            <a:r>
              <a:rPr lang="en-US" sz="1800" err="1"/>
              <a:t>Evergy</a:t>
            </a:r>
            <a:r>
              <a:rPr lang="en-US" sz="1800"/>
              <a:t>: Provide Substation GSU Transformer, Substation High-Side Main Breaker, ZNShine Modules (715W)</a:t>
            </a:r>
            <a:endParaRPr lang="en-US" sz="1400">
              <a:cs typeface="Arial"/>
            </a:endParaRPr>
          </a:p>
          <a:p>
            <a:pPr marL="0" indent="0">
              <a:buClr>
                <a:schemeClr val="tx2"/>
              </a:buClr>
              <a:buNone/>
            </a:pPr>
            <a:endParaRPr lang="en-US" sz="1600">
              <a:solidFill>
                <a:schemeClr val="bg1"/>
              </a:solidFill>
              <a:cs typeface="Arial"/>
            </a:endParaRPr>
          </a:p>
          <a:p>
            <a:pPr>
              <a:buClr>
                <a:schemeClr val="tx2"/>
              </a:buClr>
            </a:pPr>
            <a:endParaRPr lang="en-US" sz="1600">
              <a:solidFill>
                <a:schemeClr val="bg1"/>
              </a:solidFill>
              <a:cs typeface="Arial"/>
            </a:endParaRPr>
          </a:p>
          <a:p>
            <a:endParaRPr lang="en-US" sz="1600">
              <a:cs typeface="Arial"/>
            </a:endParaRPr>
          </a:p>
        </p:txBody>
      </p:sp>
      <p:graphicFrame>
        <p:nvGraphicFramePr>
          <p:cNvPr id="6" name="Table 5">
            <a:extLst>
              <a:ext uri="{FF2B5EF4-FFF2-40B4-BE49-F238E27FC236}">
                <a16:creationId xmlns:a16="http://schemas.microsoft.com/office/drawing/2014/main" id="{EB567406-89FA-D9B4-4CAF-6056AA5455CE}"/>
              </a:ext>
            </a:extLst>
          </p:cNvPr>
          <p:cNvGraphicFramePr>
            <a:graphicFrameLocks noGrp="1"/>
          </p:cNvGraphicFramePr>
          <p:nvPr>
            <p:extLst>
              <p:ext uri="{D42A27DB-BD31-4B8C-83A1-F6EECF244321}">
                <p14:modId xmlns:p14="http://schemas.microsoft.com/office/powerpoint/2010/main" val="4059910025"/>
              </p:ext>
            </p:extLst>
          </p:nvPr>
        </p:nvGraphicFramePr>
        <p:xfrm>
          <a:off x="2195789" y="2240303"/>
          <a:ext cx="6959940" cy="3676948"/>
        </p:xfrm>
        <a:graphic>
          <a:graphicData uri="http://schemas.openxmlformats.org/drawingml/2006/table">
            <a:tbl>
              <a:tblPr firstRow="1" bandRow="1">
                <a:tableStyleId>{93296810-A885-4BE3-A3E7-6D5BEEA58F35}</a:tableStyleId>
              </a:tblPr>
              <a:tblGrid>
                <a:gridCol w="3429340">
                  <a:extLst>
                    <a:ext uri="{9D8B030D-6E8A-4147-A177-3AD203B41FA5}">
                      <a16:colId xmlns:a16="http://schemas.microsoft.com/office/drawing/2014/main" val="1019102116"/>
                    </a:ext>
                  </a:extLst>
                </a:gridCol>
                <a:gridCol w="698500">
                  <a:extLst>
                    <a:ext uri="{9D8B030D-6E8A-4147-A177-3AD203B41FA5}">
                      <a16:colId xmlns:a16="http://schemas.microsoft.com/office/drawing/2014/main" val="2116209342"/>
                    </a:ext>
                  </a:extLst>
                </a:gridCol>
                <a:gridCol w="2832100">
                  <a:extLst>
                    <a:ext uri="{9D8B030D-6E8A-4147-A177-3AD203B41FA5}">
                      <a16:colId xmlns:a16="http://schemas.microsoft.com/office/drawing/2014/main" val="543665045"/>
                    </a:ext>
                  </a:extLst>
                </a:gridCol>
              </a:tblGrid>
              <a:tr h="411998">
                <a:tc>
                  <a:txBody>
                    <a:bodyPr/>
                    <a:lstStyle/>
                    <a:p>
                      <a:r>
                        <a:rPr lang="en-US">
                          <a:solidFill>
                            <a:schemeClr val="tx1"/>
                          </a:solidFill>
                        </a:rPr>
                        <a:t>Major Equipment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solidFill>
                            <a:schemeClr val="tx1"/>
                          </a:solidFill>
                        </a:rPr>
                        <a:t>OFE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solidFill>
                            <a:schemeClr val="tx1"/>
                          </a:solidFill>
                        </a:rPr>
                        <a:t>Suppliers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4278240"/>
                  </a:ext>
                </a:extLst>
              </a:tr>
              <a:tr h="326495">
                <a:tc>
                  <a:txBody>
                    <a:bodyPr/>
                    <a:lstStyle/>
                    <a:p>
                      <a:r>
                        <a:rPr lang="en-US" sz="1400" b="1">
                          <a:solidFill>
                            <a:schemeClr val="tx1"/>
                          </a:solidFill>
                        </a:rPr>
                        <a:t>Modules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a:solidFill>
                            <a:schemeClr val="tx1"/>
                          </a:solidFill>
                          <a:effectLst/>
                        </a:rPr>
                        <a:t>ZNShine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761986"/>
                  </a:ext>
                </a:extLst>
              </a:tr>
              <a:tr h="326495">
                <a:tc>
                  <a:txBody>
                    <a:bodyPr/>
                    <a:lstStyle/>
                    <a:p>
                      <a:r>
                        <a:rPr lang="en-US" sz="1400" b="1">
                          <a:solidFill>
                            <a:schemeClr val="tx1"/>
                          </a:solidFill>
                        </a:rPr>
                        <a:t>Racking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a:solidFill>
                            <a:schemeClr val="tx1"/>
                          </a:solidFill>
                          <a:effectLst/>
                        </a:rPr>
                        <a:t>Nextracker</a:t>
                      </a:r>
                      <a:endParaRPr lang="en-US" err="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0818520"/>
                  </a:ext>
                </a:extLst>
              </a:tr>
              <a:tr h="326495">
                <a:tc>
                  <a:txBody>
                    <a:bodyPr/>
                    <a:lstStyle/>
                    <a:p>
                      <a:pPr lvl="0">
                        <a:buNone/>
                      </a:pPr>
                      <a:r>
                        <a:rPr lang="en-US" sz="1400" b="1">
                          <a:solidFill>
                            <a:schemeClr val="tx1"/>
                          </a:solidFill>
                        </a:rPr>
                        <a:t>Piles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endParaRPr lang="en-US" sz="1400">
                        <a:solidFill>
                          <a:schemeClr val="tx1"/>
                        </a:solidFill>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l">
                        <a:lnSpc>
                          <a:spcPts val="1725"/>
                        </a:lnSpc>
                        <a:buNone/>
                      </a:pPr>
                      <a:r>
                        <a:rPr lang="en-US" sz="1400" b="0">
                          <a:solidFill>
                            <a:schemeClr val="tx1"/>
                          </a:solidFill>
                          <a:effectLst/>
                        </a:rPr>
                        <a:t>TBD</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76958497"/>
                  </a:ext>
                </a:extLst>
              </a:tr>
              <a:tr h="326495">
                <a:tc>
                  <a:txBody>
                    <a:bodyPr/>
                    <a:lstStyle/>
                    <a:p>
                      <a:r>
                        <a:rPr lang="en-US" sz="1400" b="1">
                          <a:solidFill>
                            <a:schemeClr val="tx1"/>
                          </a:solidFill>
                        </a:rPr>
                        <a:t>PCS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a:solidFill>
                            <a:schemeClr val="tx1"/>
                          </a:solidFill>
                          <a:effectLst/>
                        </a:rPr>
                        <a:t>Sungrow​</a:t>
                      </a:r>
                      <a:endParaRPr lang="en-US" sz="1400" b="0" i="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5263426"/>
                  </a:ext>
                </a:extLst>
              </a:tr>
              <a:tr h="326495">
                <a:tc>
                  <a:txBody>
                    <a:bodyPr/>
                    <a:lstStyle/>
                    <a:p>
                      <a:r>
                        <a:rPr lang="en-US" sz="1400" b="1">
                          <a:solidFill>
                            <a:schemeClr val="tx1"/>
                          </a:solidFill>
                        </a:rPr>
                        <a:t>Substation Service Transformer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a:solidFill>
                            <a:schemeClr val="tx1"/>
                          </a:solidFill>
                          <a:effectLst/>
                        </a:rPr>
                        <a:t>TBD</a:t>
                      </a:r>
                      <a:endParaRPr lang="en-US" sz="1400" b="0" i="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520152"/>
                  </a:ext>
                </a:extLst>
              </a:tr>
              <a:tr h="326495">
                <a:tc>
                  <a:txBody>
                    <a:bodyPr/>
                    <a:lstStyle/>
                    <a:p>
                      <a:r>
                        <a:rPr lang="en-US" sz="1400" b="1">
                          <a:solidFill>
                            <a:schemeClr val="tx1"/>
                          </a:solidFill>
                        </a:rPr>
                        <a:t>Control Enclosure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a:solidFill>
                            <a:schemeClr val="tx1"/>
                          </a:solidFill>
                          <a:effectLst/>
                        </a:rPr>
                        <a:t>Modular Connections</a:t>
                      </a:r>
                      <a:endParaRPr lang="en-US" sz="1400" b="0" i="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5384241"/>
                  </a:ext>
                </a:extLst>
              </a:tr>
              <a:tr h="326495">
                <a:tc>
                  <a:txBody>
                    <a:bodyPr/>
                    <a:lstStyle/>
                    <a:p>
                      <a:r>
                        <a:rPr lang="en-US" sz="1400" b="1">
                          <a:solidFill>
                            <a:schemeClr val="tx1"/>
                          </a:solidFill>
                        </a:rPr>
                        <a:t>HV Breakers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a:solidFill>
                            <a:schemeClr val="tx1"/>
                          </a:solidFill>
                          <a:effectLst/>
                        </a:rPr>
                        <a:t>Siemens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8583701"/>
                  </a:ext>
                </a:extLst>
              </a:tr>
              <a:tr h="326495">
                <a:tc>
                  <a:txBody>
                    <a:bodyPr/>
                    <a:lstStyle/>
                    <a:p>
                      <a:r>
                        <a:rPr lang="en-US" sz="1400" b="1">
                          <a:solidFill>
                            <a:schemeClr val="tx1"/>
                          </a:solidFill>
                        </a:rPr>
                        <a:t>Disconnect Switches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u="none" strike="noStrike">
                          <a:solidFill>
                            <a:schemeClr val="tx1"/>
                          </a:solidFill>
                          <a:effectLst/>
                        </a:rPr>
                        <a:t>TBD</a:t>
                      </a:r>
                      <a:endParaRPr lang="en-US" sz="1400" b="0" i="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213716"/>
                  </a:ext>
                </a:extLst>
              </a:tr>
              <a:tr h="326495">
                <a:tc>
                  <a:txBody>
                    <a:bodyPr/>
                    <a:lstStyle/>
                    <a:p>
                      <a:r>
                        <a:rPr lang="en-US" sz="1400" b="1">
                          <a:solidFill>
                            <a:schemeClr val="tx1"/>
                          </a:solidFill>
                        </a:rPr>
                        <a:t>DE Steel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u="none" strike="noStrike">
                          <a:solidFill>
                            <a:schemeClr val="tx1"/>
                          </a:solidFill>
                          <a:effectLst/>
                        </a:rPr>
                        <a:t>TBD</a:t>
                      </a:r>
                      <a:endParaRPr lang="en-US" sz="1400" b="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8227952"/>
                  </a:ext>
                </a:extLst>
              </a:tr>
              <a:tr h="326495">
                <a:tc>
                  <a:txBody>
                    <a:bodyPr/>
                    <a:lstStyle/>
                    <a:p>
                      <a:r>
                        <a:rPr lang="en-US" sz="1400" b="1">
                          <a:solidFill>
                            <a:schemeClr val="tx1"/>
                          </a:solidFill>
                        </a:rPr>
                        <a:t>GSU Transformer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lnSpc>
                          <a:spcPts val="1725"/>
                        </a:lnSpc>
                        <a:buNone/>
                      </a:pPr>
                      <a:r>
                        <a:rPr lang="en-US" sz="1400" b="0">
                          <a:solidFill>
                            <a:schemeClr val="tx1"/>
                          </a:solidFill>
                          <a:effectLst/>
                        </a:rPr>
                        <a:t>Prolec 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495850"/>
                  </a:ext>
                </a:extLst>
              </a:tr>
            </a:tbl>
          </a:graphicData>
        </a:graphic>
      </p:graphicFrame>
    </p:spTree>
    <p:extLst>
      <p:ext uri="{BB962C8B-B14F-4D97-AF65-F5344CB8AC3E}">
        <p14:creationId xmlns:p14="http://schemas.microsoft.com/office/powerpoint/2010/main" val="904878921"/>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Depcom Pre-Read">
      <a:dk1>
        <a:srgbClr val="1C1C1C"/>
      </a:dk1>
      <a:lt1>
        <a:srgbClr val="FFFFFF"/>
      </a:lt1>
      <a:dk2>
        <a:srgbClr val="FABC14"/>
      </a:dk2>
      <a:lt2>
        <a:srgbClr val="EEEEEE"/>
      </a:lt2>
      <a:accent1>
        <a:srgbClr val="F2802F"/>
      </a:accent1>
      <a:accent2>
        <a:srgbClr val="1C2B39"/>
      </a:accent2>
      <a:accent3>
        <a:srgbClr val="FABC14"/>
      </a:accent3>
      <a:accent4>
        <a:srgbClr val="EDEDED"/>
      </a:accent4>
      <a:accent5>
        <a:srgbClr val="1C1C1C"/>
      </a:accent5>
      <a:accent6>
        <a:srgbClr val="FFFFFF"/>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Depcom">
      <a:dk1>
        <a:srgbClr val="1C1C1C"/>
      </a:dk1>
      <a:lt1>
        <a:srgbClr val="FFFFFF"/>
      </a:lt1>
      <a:dk2>
        <a:srgbClr val="FABC14"/>
      </a:dk2>
      <a:lt2>
        <a:srgbClr val="EEEEEE"/>
      </a:lt2>
      <a:accent1>
        <a:srgbClr val="F2802F"/>
      </a:accent1>
      <a:accent2>
        <a:srgbClr val="1C2B39"/>
      </a:accent2>
      <a:accent3>
        <a:srgbClr val="FABC14"/>
      </a:accent3>
      <a:accent4>
        <a:srgbClr val="EDEDED"/>
      </a:accent4>
      <a:accent5>
        <a:srgbClr val="1C1C1C"/>
      </a:accent5>
      <a:accent6>
        <a:srgbClr val="FFFFFF"/>
      </a:accent6>
      <a:hlink>
        <a:srgbClr val="467886"/>
      </a:hlink>
      <a:folHlink>
        <a:srgbClr val="96607D"/>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0efc9e0-ae96-47af-b37b-37d813ea5732" xsi:nil="true"/>
    <lcf76f155ced4ddcb4097134ff3c332f xmlns="506a8e35-b9ba-4131-8d68-4fcb44ffa7fa">
      <Terms xmlns="http://schemas.microsoft.com/office/infopath/2007/PartnerControls"/>
    </lcf76f155ced4ddcb4097134ff3c332f>
    <ProjectNumber xmlns="506a8e35-b9ba-4131-8d68-4fcb44ffa7fa" xsi:nil="true"/>
    <ProjectType xmlns="506a8e35-b9ba-4131-8d68-4fcb44ffa7fa" xsi:nil="true"/>
    <ProjectStatus xmlns="506a8e35-b9ba-4131-8d68-4fcb44ffa7f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6C3781E518BF458ED72BA133A7A813" ma:contentTypeVersion="20" ma:contentTypeDescription="Create a new document." ma:contentTypeScope="" ma:versionID="f5e1fe128306ca50ae4a67df464a2b8c">
  <xsd:schema xmlns:xsd="http://www.w3.org/2001/XMLSchema" xmlns:xs="http://www.w3.org/2001/XMLSchema" xmlns:p="http://schemas.microsoft.com/office/2006/metadata/properties" xmlns:ns2="506a8e35-b9ba-4131-8d68-4fcb44ffa7fa" xmlns:ns3="40efc9e0-ae96-47af-b37b-37d813ea5732" targetNamespace="http://schemas.microsoft.com/office/2006/metadata/properties" ma:root="true" ma:fieldsID="b6aca2a79555b20b6576990b228e4879" ns2:_="" ns3:_="">
    <xsd:import namespace="506a8e35-b9ba-4131-8d68-4fcb44ffa7fa"/>
    <xsd:import namespace="40efc9e0-ae96-47af-b37b-37d813ea5732"/>
    <xsd:element name="properties">
      <xsd:complexType>
        <xsd:sequence>
          <xsd:element name="documentManagement">
            <xsd:complexType>
              <xsd:all>
                <xsd:element ref="ns2:ProjectStatus" minOccurs="0"/>
                <xsd:element ref="ns2:ProjectType" minOccurs="0"/>
                <xsd:element ref="ns2:ProjectNumber" minOccurs="0"/>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3:TaxCatchAll" minOccurs="0"/>
                <xsd:element ref="ns2:lcf76f155ced4ddcb4097134ff3c332f"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6a8e35-b9ba-4131-8d68-4fcb44ffa7fa" elementFormDefault="qualified">
    <xsd:import namespace="http://schemas.microsoft.com/office/2006/documentManagement/types"/>
    <xsd:import namespace="http://schemas.microsoft.com/office/infopath/2007/PartnerControls"/>
    <xsd:element name="ProjectStatus" ma:index="4" nillable="true" ma:displayName="Project Status" ma:format="Dropdown" ma:indexed="true" ma:internalName="ProjectStatus" ma:readOnly="false">
      <xsd:simpleType>
        <xsd:restriction base="dms:Choice">
          <xsd:enumeration value="Target"/>
          <xsd:enumeration value="Contracting"/>
          <xsd:enumeration value="Contracted"/>
          <xsd:enumeration value="Awarded"/>
          <xsd:enumeration value="Close Out"/>
          <xsd:enumeration value="Complete"/>
        </xsd:restriction>
      </xsd:simpleType>
    </xsd:element>
    <xsd:element name="ProjectType" ma:index="5" nillable="true" ma:displayName="Project Type" ma:format="Dropdown" ma:indexed="true" ma:internalName="ProjectType" ma:readOnly="false">
      <xsd:simpleType>
        <xsd:restriction base="dms:Choice">
          <xsd:enumeration value="EPC"/>
          <xsd:enumeration value="Service"/>
          <xsd:enumeration value="O&amp;M"/>
        </xsd:restriction>
      </xsd:simpleType>
    </xsd:element>
    <xsd:element name="ProjectNumber" ma:index="6" nillable="true" ma:displayName="Project Number" ma:decimals="0" ma:description="Sales Force Project Number" ma:indexed="true" ma:internalName="ProjectNumber" ma:readOnly="false" ma:percentage="FALSE">
      <xsd:simpleType>
        <xsd:restriction base="dms:Number"/>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f874a3f-55a3-4351-b9b0-90e58f5dc2ef"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0efc9e0-ae96-47af-b37b-37d813ea5732"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3f24c68-be37-4609-a356-1f3a34512d1a}" ma:internalName="TaxCatchAll" ma:showField="CatchAllData" ma:web="40efc9e0-ae96-47af-b37b-37d813ea573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F5ED73-018D-4F1E-B65E-8B9C5DCFA66E}">
  <ds:schemaRefs>
    <ds:schemaRef ds:uri="61c362dc-c6d5-47ab-9b52-d5a4fad3b385"/>
    <ds:schemaRef ds:uri="fd37efee-f51f-4f6b-8d4d-2db43a928ba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40efc9e0-ae96-47af-b37b-37d813ea5732"/>
    <ds:schemaRef ds:uri="506a8e35-b9ba-4131-8d68-4fcb44ffa7fa"/>
  </ds:schemaRefs>
</ds:datastoreItem>
</file>

<file path=customXml/itemProps2.xml><?xml version="1.0" encoding="utf-8"?>
<ds:datastoreItem xmlns:ds="http://schemas.openxmlformats.org/officeDocument/2006/customXml" ds:itemID="{A7897AFF-03EC-4927-8B9D-A94EE945A8B5}"/>
</file>

<file path=customXml/itemProps3.xml><?xml version="1.0" encoding="utf-8"?>
<ds:datastoreItem xmlns:ds="http://schemas.openxmlformats.org/officeDocument/2006/customXml" ds:itemID="{1A2928C0-E871-47E7-9577-F48FC672C5D7}">
  <ds:schemaRefs>
    <ds:schemaRef ds:uri="http://schemas.microsoft.com/sharepoint/v3/contenttype/forms"/>
  </ds:schemaRefs>
</ds:datastoreItem>
</file>

<file path=docMetadata/LabelInfo.xml><?xml version="1.0" encoding="utf-8"?>
<clbl:labelList xmlns:clbl="http://schemas.microsoft.com/office/2020/mipLabelMetadata">
  <clbl:label id="{101ce67d-13f2-447a-bb65-0989b89dfdb4}" enabled="0" method="" siteId="{101ce67d-13f2-447a-bb65-0989b89dfdb4}" removed="1"/>
</clbl:labelList>
</file>

<file path=docProps/app.xml><?xml version="1.0" encoding="utf-8"?>
<Properties xmlns="http://schemas.openxmlformats.org/officeDocument/2006/extended-properties" xmlns:vt="http://schemas.openxmlformats.org/officeDocument/2006/docPropsVTypes">
  <Template>Ion</Template>
  <Application>Microsoft Office PowerPoint</Application>
  <PresentationFormat>Widescreen</PresentationFormat>
  <Slides>43</Slides>
  <Notes>24</Notes>
  <HiddenSlides>8</HiddenSlides>
  <ScaleCrop>false</ScaleCrop>
  <HeadingPairs>
    <vt:vector size="4" baseType="variant">
      <vt:variant>
        <vt:lpstr>Theme</vt:lpstr>
      </vt:variant>
      <vt:variant>
        <vt:i4>2</vt:i4>
      </vt:variant>
      <vt:variant>
        <vt:lpstr>Slide Titles</vt:lpstr>
      </vt:variant>
      <vt:variant>
        <vt:i4>43</vt:i4>
      </vt:variant>
    </vt:vector>
  </HeadingPairs>
  <TitlesOfParts>
    <vt:vector size="45" baseType="lpstr">
      <vt:lpstr>office theme</vt:lpstr>
      <vt:lpstr>1_Office Theme</vt:lpstr>
      <vt:lpstr>KS65 Sunflower Sky</vt:lpstr>
      <vt:lpstr>Agenda</vt:lpstr>
      <vt:lpstr>Safety Moment</vt:lpstr>
      <vt:lpstr>Safety Moment</vt:lpstr>
      <vt:lpstr>Safety, Health &amp; Environment</vt:lpstr>
      <vt:lpstr>Safety</vt:lpstr>
      <vt:lpstr>Safety</vt:lpstr>
      <vt:lpstr>Safety</vt:lpstr>
      <vt:lpstr>Safety</vt:lpstr>
      <vt:lpstr>Key Stakeholders - DEPCOM</vt:lpstr>
      <vt:lpstr>Key Stakeholders - DEPCOM</vt:lpstr>
      <vt:lpstr>Principle Based Management (PBM) Empowering Long-Term Success</vt:lpstr>
      <vt:lpstr>Economic/Stewardship Development Management Plan</vt:lpstr>
      <vt:lpstr>Project Introduction</vt:lpstr>
      <vt:lpstr>Schedule Milestones</vt:lpstr>
      <vt:lpstr>Procurement Schedule </vt:lpstr>
      <vt:lpstr>Project Risks &amp; Opportunities</vt:lpstr>
      <vt:lpstr>Design and Engineering Schedule</vt:lpstr>
      <vt:lpstr>Subcontractors and Other Key Stakeholders</vt:lpstr>
      <vt:lpstr>Team Goals</vt:lpstr>
      <vt:lpstr>Stakeholder and Communications Management</vt:lpstr>
      <vt:lpstr>DEPCOM Quality Vision</vt:lpstr>
      <vt:lpstr>Quality Assurance and Control Management</vt:lpstr>
      <vt:lpstr>Quality Assurance</vt:lpstr>
      <vt:lpstr>Logistics Management</vt:lpstr>
      <vt:lpstr>Logistics Management</vt:lpstr>
      <vt:lpstr>Construction Management</vt:lpstr>
      <vt:lpstr>Construction Management</vt:lpstr>
      <vt:lpstr>EPC–Client Integration for Communication</vt:lpstr>
      <vt:lpstr>NERC Compliance Overview</vt:lpstr>
      <vt:lpstr>Environmental Compliance</vt:lpstr>
      <vt:lpstr>DEPCOM Commissioning Process</vt:lpstr>
      <vt:lpstr>Commissioning Management</vt:lpstr>
      <vt:lpstr>Closeout Goals</vt:lpstr>
      <vt:lpstr>THANK YOU</vt:lpstr>
      <vt:lpstr>Substation</vt:lpstr>
      <vt:lpstr>Tymochtee Substation</vt:lpstr>
      <vt:lpstr>Change Management Process</vt:lpstr>
      <vt:lpstr>Procurement Schedule </vt:lpstr>
      <vt:lpstr>HV Support </vt:lpstr>
      <vt:lpstr>Substation Construction</vt:lpstr>
      <vt:lpstr>Project Risks &amp; Opportunities</vt:lpstr>
      <vt:lpstr>Scope of Work &amp; Major Equipment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Jager, Breanna</dc:creator>
  <cp:revision>7</cp:revision>
  <dcterms:created xsi:type="dcterms:W3CDTF">2025-06-10T01:18:54Z</dcterms:created>
  <dcterms:modified xsi:type="dcterms:W3CDTF">2026-01-23T19:33:47Z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0x0101002E6C3781E518BF458ED72BA133A7A813</vt:lpwstr>
  </property>
  <property fmtid="{D5CDD505-2E9C-101B-9397-08002B2CF9AE}" pid="3" name="MediaServiceImageTags">
    <vt:lpwstr/>
  </property>
  <property fmtid="{D5CDD505-2E9C-101B-9397-08002B2CF9AE}" pid="4" name="_ExtendedDescription">
    <vt:lpwstr/>
  </property>
</Properties>
</file>